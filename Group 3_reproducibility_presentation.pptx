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477475-9012-456F-83E0-1AD8D937F9D5}" v="6" dt="2026-04-01T17:20:35.4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111" autoAdjust="0"/>
  </p:normalViewPr>
  <p:slideViewPr>
    <p:cSldViewPr snapToGrid="0" snapToObjects="1">
      <p:cViewPr varScale="1">
        <p:scale>
          <a:sx n="55" d="100"/>
          <a:sy n="55" d="100"/>
        </p:scale>
        <p:origin x="2013" y="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ifer Panula" userId="0bc363029dd06097" providerId="LiveId" clId="{317B0F8C-0772-44B9-9AA1-B4DC9FE260B0}"/>
    <pc:docChg chg="custSel modSld">
      <pc:chgData name="Jennifer Panula" userId="0bc363029dd06097" providerId="LiveId" clId="{317B0F8C-0772-44B9-9AA1-B4DC9FE260B0}" dt="2026-04-01T17:21:16.796" v="59" actId="14100"/>
      <pc:docMkLst>
        <pc:docMk/>
      </pc:docMkLst>
      <pc:sldChg chg="addSp modSp mod">
        <pc:chgData name="Jennifer Panula" userId="0bc363029dd06097" providerId="LiveId" clId="{317B0F8C-0772-44B9-9AA1-B4DC9FE260B0}" dt="2026-04-01T17:18:34.788" v="25" actId="20577"/>
        <pc:sldMkLst>
          <pc:docMk/>
          <pc:sldMk cId="0" sldId="256"/>
        </pc:sldMkLst>
        <pc:spChg chg="mod">
          <ac:chgData name="Jennifer Panula" userId="0bc363029dd06097" providerId="LiveId" clId="{317B0F8C-0772-44B9-9AA1-B4DC9FE260B0}" dt="2026-04-01T17:17:56.052" v="20" actId="14100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Jennifer Panula" userId="0bc363029dd06097" providerId="LiveId" clId="{317B0F8C-0772-44B9-9AA1-B4DC9FE260B0}" dt="2026-04-01T17:18:34.788" v="25" actId="20577"/>
          <ac:spMkLst>
            <pc:docMk/>
            <pc:sldMk cId="0" sldId="256"/>
            <ac:spMk id="4" creationId="{A6BB394B-8543-72A6-2DC2-B9F57B0FCBEC}"/>
          </ac:spMkLst>
        </pc:spChg>
      </pc:sldChg>
      <pc:sldChg chg="modSp mod">
        <pc:chgData name="Jennifer Panula" userId="0bc363029dd06097" providerId="LiveId" clId="{317B0F8C-0772-44B9-9AA1-B4DC9FE260B0}" dt="2026-04-01T17:19:09.524" v="33" actId="207"/>
        <pc:sldMkLst>
          <pc:docMk/>
          <pc:sldMk cId="617601133" sldId="265"/>
        </pc:sldMkLst>
        <pc:spChg chg="mod">
          <ac:chgData name="Jennifer Panula" userId="0bc363029dd06097" providerId="LiveId" clId="{317B0F8C-0772-44B9-9AA1-B4DC9FE260B0}" dt="2026-04-01T17:18:57.949" v="32" actId="27636"/>
          <ac:spMkLst>
            <pc:docMk/>
            <pc:sldMk cId="617601133" sldId="265"/>
            <ac:spMk id="2" creationId="{0312F69A-E064-1DCC-19FB-B3411BEC28D6}"/>
          </ac:spMkLst>
        </pc:spChg>
        <pc:spChg chg="mod">
          <ac:chgData name="Jennifer Panula" userId="0bc363029dd06097" providerId="LiveId" clId="{317B0F8C-0772-44B9-9AA1-B4DC9FE260B0}" dt="2026-04-01T17:19:09.524" v="33" actId="207"/>
          <ac:spMkLst>
            <pc:docMk/>
            <pc:sldMk cId="617601133" sldId="265"/>
            <ac:spMk id="3" creationId="{98521F17-0CC7-C2C7-BC17-49B46BA45457}"/>
          </ac:spMkLst>
        </pc:spChg>
      </pc:sldChg>
      <pc:sldChg chg="modSp mod">
        <pc:chgData name="Jennifer Panula" userId="0bc363029dd06097" providerId="LiveId" clId="{317B0F8C-0772-44B9-9AA1-B4DC9FE260B0}" dt="2026-04-01T17:19:19.876" v="34" actId="207"/>
        <pc:sldMkLst>
          <pc:docMk/>
          <pc:sldMk cId="3763206298" sldId="266"/>
        </pc:sldMkLst>
        <pc:graphicFrameChg chg="modGraphic">
          <ac:chgData name="Jennifer Panula" userId="0bc363029dd06097" providerId="LiveId" clId="{317B0F8C-0772-44B9-9AA1-B4DC9FE260B0}" dt="2026-04-01T17:19:19.876" v="34" actId="207"/>
          <ac:graphicFrameMkLst>
            <pc:docMk/>
            <pc:sldMk cId="3763206298" sldId="266"/>
            <ac:graphicFrameMk id="5" creationId="{E53930BF-FB8F-45B0-ECE3-D8E06D2B0076}"/>
          </ac:graphicFrameMkLst>
        </pc:graphicFrameChg>
      </pc:sldChg>
      <pc:sldChg chg="modSp mod">
        <pc:chgData name="Jennifer Panula" userId="0bc363029dd06097" providerId="LiveId" clId="{317B0F8C-0772-44B9-9AA1-B4DC9FE260B0}" dt="2026-04-01T17:20:01.461" v="47" actId="1076"/>
        <pc:sldMkLst>
          <pc:docMk/>
          <pc:sldMk cId="2813956158" sldId="267"/>
        </pc:sldMkLst>
        <pc:spChg chg="mod">
          <ac:chgData name="Jennifer Panula" userId="0bc363029dd06097" providerId="LiveId" clId="{317B0F8C-0772-44B9-9AA1-B4DC9FE260B0}" dt="2026-04-01T17:19:35.343" v="39" actId="403"/>
          <ac:spMkLst>
            <pc:docMk/>
            <pc:sldMk cId="2813956158" sldId="267"/>
            <ac:spMk id="2" creationId="{53A41263-E16C-66F6-1DA5-4F991BED12B8}"/>
          </ac:spMkLst>
        </pc:spChg>
        <pc:spChg chg="mod">
          <ac:chgData name="Jennifer Panula" userId="0bc363029dd06097" providerId="LiveId" clId="{317B0F8C-0772-44B9-9AA1-B4DC9FE260B0}" dt="2026-04-01T17:19:50.512" v="44" actId="207"/>
          <ac:spMkLst>
            <pc:docMk/>
            <pc:sldMk cId="2813956158" sldId="267"/>
            <ac:spMk id="3" creationId="{9E59F7F4-FFAC-7E5D-9C77-F573B2B09FF8}"/>
          </ac:spMkLst>
        </pc:spChg>
        <pc:picChg chg="mod">
          <ac:chgData name="Jennifer Panula" userId="0bc363029dd06097" providerId="LiveId" clId="{317B0F8C-0772-44B9-9AA1-B4DC9FE260B0}" dt="2026-04-01T17:20:01.461" v="47" actId="1076"/>
          <ac:picMkLst>
            <pc:docMk/>
            <pc:sldMk cId="2813956158" sldId="267"/>
            <ac:picMk id="5" creationId="{FFDA2E16-F141-166B-6334-732AACF46ACA}"/>
          </ac:picMkLst>
        </pc:picChg>
      </pc:sldChg>
      <pc:sldChg chg="addSp delSp modSp mod setBg">
        <pc:chgData name="Jennifer Panula" userId="0bc363029dd06097" providerId="LiveId" clId="{317B0F8C-0772-44B9-9AA1-B4DC9FE260B0}" dt="2026-04-01T17:15:21.916" v="0" actId="26606"/>
        <pc:sldMkLst>
          <pc:docMk/>
          <pc:sldMk cId="2993561936" sldId="269"/>
        </pc:sldMkLst>
        <pc:spChg chg="mod">
          <ac:chgData name="Jennifer Panula" userId="0bc363029dd06097" providerId="LiveId" clId="{317B0F8C-0772-44B9-9AA1-B4DC9FE260B0}" dt="2026-04-01T17:15:21.916" v="0" actId="26606"/>
          <ac:spMkLst>
            <pc:docMk/>
            <pc:sldMk cId="2993561936" sldId="269"/>
            <ac:spMk id="2" creationId="{39BA76C4-8A2E-2FDC-441A-5A597932736F}"/>
          </ac:spMkLst>
        </pc:spChg>
        <pc:spChg chg="del">
          <ac:chgData name="Jennifer Panula" userId="0bc363029dd06097" providerId="LiveId" clId="{317B0F8C-0772-44B9-9AA1-B4DC9FE260B0}" dt="2026-04-01T17:15:21.916" v="0" actId="26606"/>
          <ac:spMkLst>
            <pc:docMk/>
            <pc:sldMk cId="2993561936" sldId="269"/>
            <ac:spMk id="4" creationId="{70D4BFC1-23C7-8AA4-5A64-6138F54A83E8}"/>
          </ac:spMkLst>
        </pc:spChg>
        <pc:spChg chg="add">
          <ac:chgData name="Jennifer Panula" userId="0bc363029dd06097" providerId="LiveId" clId="{317B0F8C-0772-44B9-9AA1-B4DC9FE260B0}" dt="2026-04-01T17:15:21.916" v="0" actId="26606"/>
          <ac:spMkLst>
            <pc:docMk/>
            <pc:sldMk cId="2993561936" sldId="269"/>
            <ac:spMk id="10" creationId="{BACC6370-2D7E-4714-9D71-7542949D7D5D}"/>
          </ac:spMkLst>
        </pc:spChg>
        <pc:spChg chg="add">
          <ac:chgData name="Jennifer Panula" userId="0bc363029dd06097" providerId="LiveId" clId="{317B0F8C-0772-44B9-9AA1-B4DC9FE260B0}" dt="2026-04-01T17:15:21.916" v="0" actId="26606"/>
          <ac:spMkLst>
            <pc:docMk/>
            <pc:sldMk cId="2993561936" sldId="269"/>
            <ac:spMk id="12" creationId="{256B2C21-A230-48C0-8DF1-C46611373C44}"/>
          </ac:spMkLst>
        </pc:spChg>
        <pc:spChg chg="add">
          <ac:chgData name="Jennifer Panula" userId="0bc363029dd06097" providerId="LiveId" clId="{317B0F8C-0772-44B9-9AA1-B4DC9FE260B0}" dt="2026-04-01T17:15:21.916" v="0" actId="26606"/>
          <ac:spMkLst>
            <pc:docMk/>
            <pc:sldMk cId="2993561936" sldId="269"/>
            <ac:spMk id="14" creationId="{3847E18C-932D-4C95-AABA-FEC7C9499AD7}"/>
          </ac:spMkLst>
        </pc:spChg>
        <pc:spChg chg="add">
          <ac:chgData name="Jennifer Panula" userId="0bc363029dd06097" providerId="LiveId" clId="{317B0F8C-0772-44B9-9AA1-B4DC9FE260B0}" dt="2026-04-01T17:15:21.916" v="0" actId="26606"/>
          <ac:spMkLst>
            <pc:docMk/>
            <pc:sldMk cId="2993561936" sldId="269"/>
            <ac:spMk id="16" creationId="{3150CB11-0C61-439E-910F-5787759E72A0}"/>
          </ac:spMkLst>
        </pc:spChg>
        <pc:spChg chg="add">
          <ac:chgData name="Jennifer Panula" userId="0bc363029dd06097" providerId="LiveId" clId="{317B0F8C-0772-44B9-9AA1-B4DC9FE260B0}" dt="2026-04-01T17:15:21.916" v="0" actId="26606"/>
          <ac:spMkLst>
            <pc:docMk/>
            <pc:sldMk cId="2993561936" sldId="269"/>
            <ac:spMk id="18" creationId="{43F8A58B-5155-44CE-A5FF-7647B47D0A7A}"/>
          </ac:spMkLst>
        </pc:spChg>
        <pc:spChg chg="add">
          <ac:chgData name="Jennifer Panula" userId="0bc363029dd06097" providerId="LiveId" clId="{317B0F8C-0772-44B9-9AA1-B4DC9FE260B0}" dt="2026-04-01T17:15:21.916" v="0" actId="26606"/>
          <ac:spMkLst>
            <pc:docMk/>
            <pc:sldMk cId="2993561936" sldId="269"/>
            <ac:spMk id="20" creationId="{443F2ACA-E6D6-4028-82DD-F03C262D5DE6}"/>
          </ac:spMkLst>
        </pc:spChg>
        <pc:graphicFrameChg chg="add">
          <ac:chgData name="Jennifer Panula" userId="0bc363029dd06097" providerId="LiveId" clId="{317B0F8C-0772-44B9-9AA1-B4DC9FE260B0}" dt="2026-04-01T17:15:21.916" v="0" actId="26606"/>
          <ac:graphicFrameMkLst>
            <pc:docMk/>
            <pc:sldMk cId="2993561936" sldId="269"/>
            <ac:graphicFrameMk id="6" creationId="{28FE3CDC-466C-A5E3-6ECE-CEAA66BBF7B4}"/>
          </ac:graphicFrameMkLst>
        </pc:graphicFrameChg>
      </pc:sldChg>
      <pc:sldChg chg="addSp delSp modSp mod setBg">
        <pc:chgData name="Jennifer Panula" userId="0bc363029dd06097" providerId="LiveId" clId="{317B0F8C-0772-44B9-9AA1-B4DC9FE260B0}" dt="2026-04-01T17:21:16.796" v="59" actId="14100"/>
        <pc:sldMkLst>
          <pc:docMk/>
          <pc:sldMk cId="2863228533" sldId="270"/>
        </pc:sldMkLst>
        <pc:spChg chg="mod">
          <ac:chgData name="Jennifer Panula" userId="0bc363029dd06097" providerId="LiveId" clId="{317B0F8C-0772-44B9-9AA1-B4DC9FE260B0}" dt="2026-04-01T17:16:32.130" v="1" actId="26606"/>
          <ac:spMkLst>
            <pc:docMk/>
            <pc:sldMk cId="2863228533" sldId="270"/>
            <ac:spMk id="2" creationId="{B4D2FD0E-D932-AD16-F60A-BC527FF63C28}"/>
          </ac:spMkLst>
        </pc:spChg>
        <pc:spChg chg="del">
          <ac:chgData name="Jennifer Panula" userId="0bc363029dd06097" providerId="LiveId" clId="{317B0F8C-0772-44B9-9AA1-B4DC9FE260B0}" dt="2026-04-01T17:16:32.130" v="1" actId="26606"/>
          <ac:spMkLst>
            <pc:docMk/>
            <pc:sldMk cId="2863228533" sldId="270"/>
            <ac:spMk id="4" creationId="{3A8CE333-0593-417A-E2D9-AB80B8FEB352}"/>
          </ac:spMkLst>
        </pc:spChg>
        <pc:spChg chg="add">
          <ac:chgData name="Jennifer Panula" userId="0bc363029dd06097" providerId="LiveId" clId="{317B0F8C-0772-44B9-9AA1-B4DC9FE260B0}" dt="2026-04-01T17:16:32.130" v="1" actId="26606"/>
          <ac:spMkLst>
            <pc:docMk/>
            <pc:sldMk cId="2863228533" sldId="270"/>
            <ac:spMk id="10" creationId="{BACC6370-2D7E-4714-9D71-7542949D7D5D}"/>
          </ac:spMkLst>
        </pc:spChg>
        <pc:spChg chg="add">
          <ac:chgData name="Jennifer Panula" userId="0bc363029dd06097" providerId="LiveId" clId="{317B0F8C-0772-44B9-9AA1-B4DC9FE260B0}" dt="2026-04-01T17:16:32.130" v="1" actId="26606"/>
          <ac:spMkLst>
            <pc:docMk/>
            <pc:sldMk cId="2863228533" sldId="270"/>
            <ac:spMk id="12" creationId="{F68B3F68-107C-434F-AA38-110D5EA91B85}"/>
          </ac:spMkLst>
        </pc:spChg>
        <pc:spChg chg="add">
          <ac:chgData name="Jennifer Panula" userId="0bc363029dd06097" providerId="LiveId" clId="{317B0F8C-0772-44B9-9AA1-B4DC9FE260B0}" dt="2026-04-01T17:16:32.130" v="1" actId="26606"/>
          <ac:spMkLst>
            <pc:docMk/>
            <pc:sldMk cId="2863228533" sldId="270"/>
            <ac:spMk id="14" creationId="{AAD0DBB9-1A4B-4391-81D4-CB19F9AB918A}"/>
          </ac:spMkLst>
        </pc:spChg>
        <pc:spChg chg="add">
          <ac:chgData name="Jennifer Panula" userId="0bc363029dd06097" providerId="LiveId" clId="{317B0F8C-0772-44B9-9AA1-B4DC9FE260B0}" dt="2026-04-01T17:16:32.130" v="1" actId="26606"/>
          <ac:spMkLst>
            <pc:docMk/>
            <pc:sldMk cId="2863228533" sldId="270"/>
            <ac:spMk id="16" creationId="{063BBA22-50EA-4C4D-BE05-F1CE4E63AA56}"/>
          </ac:spMkLst>
        </pc:spChg>
        <pc:graphicFrameChg chg="add mod modGraphic">
          <ac:chgData name="Jennifer Panula" userId="0bc363029dd06097" providerId="LiveId" clId="{317B0F8C-0772-44B9-9AA1-B4DC9FE260B0}" dt="2026-04-01T17:21:16.796" v="59" actId="14100"/>
          <ac:graphicFrameMkLst>
            <pc:docMk/>
            <pc:sldMk cId="2863228533" sldId="270"/>
            <ac:graphicFrameMk id="6" creationId="{10129130-1209-58C3-0989-6C43613EFF6C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DE6ACD-B901-4A4A-BF46-57BE4EDB1E5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01C2B34-87F5-467F-A9E9-F6DDFC39890C}">
      <dgm:prSet/>
      <dgm:spPr/>
      <dgm:t>
        <a:bodyPr/>
        <a:lstStyle/>
        <a:p>
          <a:pPr>
            <a:defRPr cap="all"/>
          </a:pPr>
          <a:r>
            <a:rPr lang="en-US"/>
            <a:t>Predict survival in heart failure patients</a:t>
          </a:r>
        </a:p>
      </dgm:t>
    </dgm:pt>
    <dgm:pt modelId="{B5E2FB08-8874-43DB-93E9-5EA6D74FB2F6}" type="parTrans" cxnId="{B67C9F83-D5F6-46CA-800C-5D58BA5208A4}">
      <dgm:prSet/>
      <dgm:spPr/>
      <dgm:t>
        <a:bodyPr/>
        <a:lstStyle/>
        <a:p>
          <a:endParaRPr lang="en-US"/>
        </a:p>
      </dgm:t>
    </dgm:pt>
    <dgm:pt modelId="{03010F56-53FE-4B60-B2B6-A396B749AA45}" type="sibTrans" cxnId="{B67C9F83-D5F6-46CA-800C-5D58BA5208A4}">
      <dgm:prSet/>
      <dgm:spPr/>
      <dgm:t>
        <a:bodyPr/>
        <a:lstStyle/>
        <a:p>
          <a:endParaRPr lang="en-US"/>
        </a:p>
      </dgm:t>
    </dgm:pt>
    <dgm:pt modelId="{36FE1A61-AB90-429F-9668-E04B042FE9A8}">
      <dgm:prSet/>
      <dgm:spPr/>
      <dgm:t>
        <a:bodyPr/>
        <a:lstStyle/>
        <a:p>
          <a:pPr>
            <a:defRPr cap="all"/>
          </a:pPr>
          <a:r>
            <a:rPr lang="en-US" dirty="0"/>
            <a:t>Methods: KM, Cox, ML models (</a:t>
          </a:r>
          <a:r>
            <a:rPr lang="en-US" b="0" i="0" u="none" dirty="0"/>
            <a:t>SVM, decision tree, random forest, </a:t>
          </a:r>
          <a:r>
            <a:rPr lang="en-US" b="0" i="0" u="none" dirty="0" err="1"/>
            <a:t>XGBoost</a:t>
          </a:r>
          <a:r>
            <a:rPr lang="en-US" b="0" i="0" u="none" dirty="0"/>
            <a:t>, and </a:t>
          </a:r>
          <a:r>
            <a:rPr lang="en-US" b="0" i="0" u="none" dirty="0" err="1"/>
            <a:t>LightGBM</a:t>
          </a:r>
          <a:r>
            <a:rPr lang="en-US" b="0" i="0" u="none" dirty="0"/>
            <a:t>)</a:t>
          </a:r>
          <a:endParaRPr lang="en-US" dirty="0"/>
        </a:p>
      </dgm:t>
    </dgm:pt>
    <dgm:pt modelId="{D9399BF6-B4EF-4356-ACA7-E8F616828881}" type="parTrans" cxnId="{C60CF777-4F33-4E5B-987B-26EFA523C717}">
      <dgm:prSet/>
      <dgm:spPr/>
      <dgm:t>
        <a:bodyPr/>
        <a:lstStyle/>
        <a:p>
          <a:endParaRPr lang="en-US"/>
        </a:p>
      </dgm:t>
    </dgm:pt>
    <dgm:pt modelId="{F4C758FB-761C-4BAA-8925-BCE0BDCDF6A4}" type="sibTrans" cxnId="{C60CF777-4F33-4E5B-987B-26EFA523C717}">
      <dgm:prSet/>
      <dgm:spPr/>
      <dgm:t>
        <a:bodyPr/>
        <a:lstStyle/>
        <a:p>
          <a:endParaRPr lang="en-US"/>
        </a:p>
      </dgm:t>
    </dgm:pt>
    <dgm:pt modelId="{996DC5DA-4E3D-4F7C-A87D-A090324DA446}">
      <dgm:prSet/>
      <dgm:spPr/>
      <dgm:t>
        <a:bodyPr/>
        <a:lstStyle/>
        <a:p>
          <a:pPr>
            <a:defRPr cap="all"/>
          </a:pPr>
          <a:r>
            <a:rPr lang="en-US"/>
            <a:t>Dataset: 299 patients, 13 features</a:t>
          </a:r>
        </a:p>
      </dgm:t>
    </dgm:pt>
    <dgm:pt modelId="{833476CA-3848-448F-8CD0-C3E17C4754A2}" type="parTrans" cxnId="{91D04390-0CE9-49F8-B399-B3E34FB6D909}">
      <dgm:prSet/>
      <dgm:spPr/>
      <dgm:t>
        <a:bodyPr/>
        <a:lstStyle/>
        <a:p>
          <a:endParaRPr lang="en-US"/>
        </a:p>
      </dgm:t>
    </dgm:pt>
    <dgm:pt modelId="{519BF28C-06BB-4B08-8E76-102A8C1AA459}" type="sibTrans" cxnId="{91D04390-0CE9-49F8-B399-B3E34FB6D909}">
      <dgm:prSet/>
      <dgm:spPr/>
      <dgm:t>
        <a:bodyPr/>
        <a:lstStyle/>
        <a:p>
          <a:endParaRPr lang="en-US"/>
        </a:p>
      </dgm:t>
    </dgm:pt>
    <dgm:pt modelId="{898FDC39-541E-49AE-A234-EA2214A2DCE4}">
      <dgm:prSet/>
      <dgm:spPr/>
      <dgm:t>
        <a:bodyPr/>
        <a:lstStyle/>
        <a:p>
          <a:pPr>
            <a:defRPr cap="all"/>
          </a:pPr>
          <a:r>
            <a:rPr lang="en-US"/>
            <a:t>Goal: identify mortality predictors</a:t>
          </a:r>
        </a:p>
      </dgm:t>
    </dgm:pt>
    <dgm:pt modelId="{FE281528-42DA-4F0D-84B5-8830AE2F7C8C}" type="parTrans" cxnId="{F89CF3CA-698D-4894-BC86-726035B8BFF5}">
      <dgm:prSet/>
      <dgm:spPr/>
      <dgm:t>
        <a:bodyPr/>
        <a:lstStyle/>
        <a:p>
          <a:endParaRPr lang="en-US"/>
        </a:p>
      </dgm:t>
    </dgm:pt>
    <dgm:pt modelId="{8289D8EF-680C-4C74-B2F3-EAECB71DBAB2}" type="sibTrans" cxnId="{F89CF3CA-698D-4894-BC86-726035B8BFF5}">
      <dgm:prSet/>
      <dgm:spPr/>
      <dgm:t>
        <a:bodyPr/>
        <a:lstStyle/>
        <a:p>
          <a:endParaRPr lang="en-US"/>
        </a:p>
      </dgm:t>
    </dgm:pt>
    <dgm:pt modelId="{E9774697-226F-4737-A348-ED6DACBFF12C}" type="pres">
      <dgm:prSet presAssocID="{06DE6ACD-B901-4A4A-BF46-57BE4EDB1E5B}" presName="root" presStyleCnt="0">
        <dgm:presLayoutVars>
          <dgm:dir/>
          <dgm:resizeHandles val="exact"/>
        </dgm:presLayoutVars>
      </dgm:prSet>
      <dgm:spPr/>
    </dgm:pt>
    <dgm:pt modelId="{BE250E69-0D42-48ED-843B-EEA275FF038E}" type="pres">
      <dgm:prSet presAssocID="{301C2B34-87F5-467F-A9E9-F6DDFC39890C}" presName="compNode" presStyleCnt="0"/>
      <dgm:spPr/>
    </dgm:pt>
    <dgm:pt modelId="{8A1BC31A-72AB-4DB5-886C-5EC9BD1D4926}" type="pres">
      <dgm:prSet presAssocID="{301C2B34-87F5-467F-A9E9-F6DDFC39890C}" presName="iconBgRect" presStyleLbl="bgShp" presStyleIdx="0" presStyleCnt="4"/>
      <dgm:spPr/>
    </dgm:pt>
    <dgm:pt modelId="{A9760F9B-8C86-48BC-A5A1-58F756A87755}" type="pres">
      <dgm:prSet presAssocID="{301C2B34-87F5-467F-A9E9-F6DDFC39890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beat"/>
        </a:ext>
      </dgm:extLst>
    </dgm:pt>
    <dgm:pt modelId="{FB8256EA-F124-4AD0-BFF6-CBC5CDD53D39}" type="pres">
      <dgm:prSet presAssocID="{301C2B34-87F5-467F-A9E9-F6DDFC39890C}" presName="spaceRect" presStyleCnt="0"/>
      <dgm:spPr/>
    </dgm:pt>
    <dgm:pt modelId="{53CFF68D-AA6D-4C44-84E5-2109A810F086}" type="pres">
      <dgm:prSet presAssocID="{301C2B34-87F5-467F-A9E9-F6DDFC39890C}" presName="textRect" presStyleLbl="revTx" presStyleIdx="0" presStyleCnt="4">
        <dgm:presLayoutVars>
          <dgm:chMax val="1"/>
          <dgm:chPref val="1"/>
        </dgm:presLayoutVars>
      </dgm:prSet>
      <dgm:spPr/>
    </dgm:pt>
    <dgm:pt modelId="{C3936C63-1885-4CC6-81B6-6115C02C7AA6}" type="pres">
      <dgm:prSet presAssocID="{03010F56-53FE-4B60-B2B6-A396B749AA45}" presName="sibTrans" presStyleCnt="0"/>
      <dgm:spPr/>
    </dgm:pt>
    <dgm:pt modelId="{481E990B-764B-465A-A951-2736B8B33F23}" type="pres">
      <dgm:prSet presAssocID="{36FE1A61-AB90-429F-9668-E04B042FE9A8}" presName="compNode" presStyleCnt="0"/>
      <dgm:spPr/>
    </dgm:pt>
    <dgm:pt modelId="{65A38731-430A-4940-A3C8-2C00182E1C1C}" type="pres">
      <dgm:prSet presAssocID="{36FE1A61-AB90-429F-9668-E04B042FE9A8}" presName="iconBgRect" presStyleLbl="bgShp" presStyleIdx="1" presStyleCnt="4"/>
      <dgm:spPr/>
    </dgm:pt>
    <dgm:pt modelId="{B739ED74-EF9E-4FEA-8A87-79ACBE41A6CB}" type="pres">
      <dgm:prSet presAssocID="{36FE1A61-AB90-429F-9668-E04B042FE9A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415CFD99-6609-433B-A798-128340BD3566}" type="pres">
      <dgm:prSet presAssocID="{36FE1A61-AB90-429F-9668-E04B042FE9A8}" presName="spaceRect" presStyleCnt="0"/>
      <dgm:spPr/>
    </dgm:pt>
    <dgm:pt modelId="{01292467-BAE4-44EC-AE1F-1A0E6D03C7C4}" type="pres">
      <dgm:prSet presAssocID="{36FE1A61-AB90-429F-9668-E04B042FE9A8}" presName="textRect" presStyleLbl="revTx" presStyleIdx="1" presStyleCnt="4">
        <dgm:presLayoutVars>
          <dgm:chMax val="1"/>
          <dgm:chPref val="1"/>
        </dgm:presLayoutVars>
      </dgm:prSet>
      <dgm:spPr/>
    </dgm:pt>
    <dgm:pt modelId="{C7C210C8-81A4-450A-8477-0ECEE629AFAC}" type="pres">
      <dgm:prSet presAssocID="{F4C758FB-761C-4BAA-8925-BCE0BDCDF6A4}" presName="sibTrans" presStyleCnt="0"/>
      <dgm:spPr/>
    </dgm:pt>
    <dgm:pt modelId="{443497B4-B70B-4E6B-955F-A85B16CECB86}" type="pres">
      <dgm:prSet presAssocID="{996DC5DA-4E3D-4F7C-A87D-A090324DA446}" presName="compNode" presStyleCnt="0"/>
      <dgm:spPr/>
    </dgm:pt>
    <dgm:pt modelId="{E8431E12-23DD-4202-879D-00CAB0F41554}" type="pres">
      <dgm:prSet presAssocID="{996DC5DA-4E3D-4F7C-A87D-A090324DA446}" presName="iconBgRect" presStyleLbl="bgShp" presStyleIdx="2" presStyleCnt="4"/>
      <dgm:spPr/>
    </dgm:pt>
    <dgm:pt modelId="{FDC87AD7-603F-4ACC-AF66-96365E037001}" type="pres">
      <dgm:prSet presAssocID="{996DC5DA-4E3D-4F7C-A87D-A090324DA44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8326F16-613C-4549-86A2-2DC2DDCB01DF}" type="pres">
      <dgm:prSet presAssocID="{996DC5DA-4E3D-4F7C-A87D-A090324DA446}" presName="spaceRect" presStyleCnt="0"/>
      <dgm:spPr/>
    </dgm:pt>
    <dgm:pt modelId="{B1F3EE69-5B36-4F42-ACCC-E1129FBDFEE5}" type="pres">
      <dgm:prSet presAssocID="{996DC5DA-4E3D-4F7C-A87D-A090324DA446}" presName="textRect" presStyleLbl="revTx" presStyleIdx="2" presStyleCnt="4">
        <dgm:presLayoutVars>
          <dgm:chMax val="1"/>
          <dgm:chPref val="1"/>
        </dgm:presLayoutVars>
      </dgm:prSet>
      <dgm:spPr/>
    </dgm:pt>
    <dgm:pt modelId="{D4279991-C533-4447-A114-C9796F26E723}" type="pres">
      <dgm:prSet presAssocID="{519BF28C-06BB-4B08-8E76-102A8C1AA459}" presName="sibTrans" presStyleCnt="0"/>
      <dgm:spPr/>
    </dgm:pt>
    <dgm:pt modelId="{65E526EC-BF83-407F-8C24-637D56FFE3FD}" type="pres">
      <dgm:prSet presAssocID="{898FDC39-541E-49AE-A234-EA2214A2DCE4}" presName="compNode" presStyleCnt="0"/>
      <dgm:spPr/>
    </dgm:pt>
    <dgm:pt modelId="{607D7B92-51A7-471F-BD7D-D75AFE83AE32}" type="pres">
      <dgm:prSet presAssocID="{898FDC39-541E-49AE-A234-EA2214A2DCE4}" presName="iconBgRect" presStyleLbl="bgShp" presStyleIdx="3" presStyleCnt="4"/>
      <dgm:spPr/>
    </dgm:pt>
    <dgm:pt modelId="{C8790BA4-2876-4CD5-BDAA-02F94A3A7C2E}" type="pres">
      <dgm:prSet presAssocID="{898FDC39-541E-49AE-A234-EA2214A2DCE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D7C275B-D8D9-4605-A85F-59D4A7882263}" type="pres">
      <dgm:prSet presAssocID="{898FDC39-541E-49AE-A234-EA2214A2DCE4}" presName="spaceRect" presStyleCnt="0"/>
      <dgm:spPr/>
    </dgm:pt>
    <dgm:pt modelId="{712DDA1A-1D1C-4D8B-BDC8-1EB195E8CE8A}" type="pres">
      <dgm:prSet presAssocID="{898FDC39-541E-49AE-A234-EA2214A2DCE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C5CA65D-3E55-4FEB-AD22-62B93C15DBA3}" type="presOf" srcId="{06DE6ACD-B901-4A4A-BF46-57BE4EDB1E5B}" destId="{E9774697-226F-4737-A348-ED6DACBFF12C}" srcOrd="0" destOrd="0" presId="urn:microsoft.com/office/officeart/2018/5/layout/IconCircleLabelList"/>
    <dgm:cxn modelId="{084F464F-D82F-472D-968B-1BDA0F30C823}" type="presOf" srcId="{36FE1A61-AB90-429F-9668-E04B042FE9A8}" destId="{01292467-BAE4-44EC-AE1F-1A0E6D03C7C4}" srcOrd="0" destOrd="0" presId="urn:microsoft.com/office/officeart/2018/5/layout/IconCircleLabelList"/>
    <dgm:cxn modelId="{C60CF777-4F33-4E5B-987B-26EFA523C717}" srcId="{06DE6ACD-B901-4A4A-BF46-57BE4EDB1E5B}" destId="{36FE1A61-AB90-429F-9668-E04B042FE9A8}" srcOrd="1" destOrd="0" parTransId="{D9399BF6-B4EF-4356-ACA7-E8F616828881}" sibTransId="{F4C758FB-761C-4BAA-8925-BCE0BDCDF6A4}"/>
    <dgm:cxn modelId="{B67C9F83-D5F6-46CA-800C-5D58BA5208A4}" srcId="{06DE6ACD-B901-4A4A-BF46-57BE4EDB1E5B}" destId="{301C2B34-87F5-467F-A9E9-F6DDFC39890C}" srcOrd="0" destOrd="0" parTransId="{B5E2FB08-8874-43DB-93E9-5EA6D74FB2F6}" sibTransId="{03010F56-53FE-4B60-B2B6-A396B749AA45}"/>
    <dgm:cxn modelId="{91D04390-0CE9-49F8-B399-B3E34FB6D909}" srcId="{06DE6ACD-B901-4A4A-BF46-57BE4EDB1E5B}" destId="{996DC5DA-4E3D-4F7C-A87D-A090324DA446}" srcOrd="2" destOrd="0" parTransId="{833476CA-3848-448F-8CD0-C3E17C4754A2}" sibTransId="{519BF28C-06BB-4B08-8E76-102A8C1AA459}"/>
    <dgm:cxn modelId="{8C97C7B2-FF2A-4BE7-B3F5-6E4F4BC6B640}" type="presOf" srcId="{301C2B34-87F5-467F-A9E9-F6DDFC39890C}" destId="{53CFF68D-AA6D-4C44-84E5-2109A810F086}" srcOrd="0" destOrd="0" presId="urn:microsoft.com/office/officeart/2018/5/layout/IconCircleLabelList"/>
    <dgm:cxn modelId="{C67FD2B4-1AA1-4A72-9F6C-992B3BB651A1}" type="presOf" srcId="{898FDC39-541E-49AE-A234-EA2214A2DCE4}" destId="{712DDA1A-1D1C-4D8B-BDC8-1EB195E8CE8A}" srcOrd="0" destOrd="0" presId="urn:microsoft.com/office/officeart/2018/5/layout/IconCircleLabelList"/>
    <dgm:cxn modelId="{F89CF3CA-698D-4894-BC86-726035B8BFF5}" srcId="{06DE6ACD-B901-4A4A-BF46-57BE4EDB1E5B}" destId="{898FDC39-541E-49AE-A234-EA2214A2DCE4}" srcOrd="3" destOrd="0" parTransId="{FE281528-42DA-4F0D-84B5-8830AE2F7C8C}" sibTransId="{8289D8EF-680C-4C74-B2F3-EAECB71DBAB2}"/>
    <dgm:cxn modelId="{1A3608FA-73AD-44B8-8AB2-647A896D4A23}" type="presOf" srcId="{996DC5DA-4E3D-4F7C-A87D-A090324DA446}" destId="{B1F3EE69-5B36-4F42-ACCC-E1129FBDFEE5}" srcOrd="0" destOrd="0" presId="urn:microsoft.com/office/officeart/2018/5/layout/IconCircleLabelList"/>
    <dgm:cxn modelId="{9A45A23C-CCFC-4BBC-A457-5CAF40BA5E6C}" type="presParOf" srcId="{E9774697-226F-4737-A348-ED6DACBFF12C}" destId="{BE250E69-0D42-48ED-843B-EEA275FF038E}" srcOrd="0" destOrd="0" presId="urn:microsoft.com/office/officeart/2018/5/layout/IconCircleLabelList"/>
    <dgm:cxn modelId="{622E375F-51E6-4E11-8A8E-F344A397F449}" type="presParOf" srcId="{BE250E69-0D42-48ED-843B-EEA275FF038E}" destId="{8A1BC31A-72AB-4DB5-886C-5EC9BD1D4926}" srcOrd="0" destOrd="0" presId="urn:microsoft.com/office/officeart/2018/5/layout/IconCircleLabelList"/>
    <dgm:cxn modelId="{A396ECFD-11AD-4739-B925-A8569FB68E77}" type="presParOf" srcId="{BE250E69-0D42-48ED-843B-EEA275FF038E}" destId="{A9760F9B-8C86-48BC-A5A1-58F756A87755}" srcOrd="1" destOrd="0" presId="urn:microsoft.com/office/officeart/2018/5/layout/IconCircleLabelList"/>
    <dgm:cxn modelId="{82EAC8B8-C895-454F-9AE4-99D79183E051}" type="presParOf" srcId="{BE250E69-0D42-48ED-843B-EEA275FF038E}" destId="{FB8256EA-F124-4AD0-BFF6-CBC5CDD53D39}" srcOrd="2" destOrd="0" presId="urn:microsoft.com/office/officeart/2018/5/layout/IconCircleLabelList"/>
    <dgm:cxn modelId="{F347B297-CA09-4787-91DB-5BBF196F5BF7}" type="presParOf" srcId="{BE250E69-0D42-48ED-843B-EEA275FF038E}" destId="{53CFF68D-AA6D-4C44-84E5-2109A810F086}" srcOrd="3" destOrd="0" presId="urn:microsoft.com/office/officeart/2018/5/layout/IconCircleLabelList"/>
    <dgm:cxn modelId="{20A6833A-FA67-4744-805A-AAB3365326F7}" type="presParOf" srcId="{E9774697-226F-4737-A348-ED6DACBFF12C}" destId="{C3936C63-1885-4CC6-81B6-6115C02C7AA6}" srcOrd="1" destOrd="0" presId="urn:microsoft.com/office/officeart/2018/5/layout/IconCircleLabelList"/>
    <dgm:cxn modelId="{8FB50282-ED9E-4FAF-8889-4877F4D221C5}" type="presParOf" srcId="{E9774697-226F-4737-A348-ED6DACBFF12C}" destId="{481E990B-764B-465A-A951-2736B8B33F23}" srcOrd="2" destOrd="0" presId="urn:microsoft.com/office/officeart/2018/5/layout/IconCircleLabelList"/>
    <dgm:cxn modelId="{273944E0-4948-4CC8-8E71-DDE346770402}" type="presParOf" srcId="{481E990B-764B-465A-A951-2736B8B33F23}" destId="{65A38731-430A-4940-A3C8-2C00182E1C1C}" srcOrd="0" destOrd="0" presId="urn:microsoft.com/office/officeart/2018/5/layout/IconCircleLabelList"/>
    <dgm:cxn modelId="{D48BE5AD-9231-47CE-9736-1DEB3FF54AE2}" type="presParOf" srcId="{481E990B-764B-465A-A951-2736B8B33F23}" destId="{B739ED74-EF9E-4FEA-8A87-79ACBE41A6CB}" srcOrd="1" destOrd="0" presId="urn:microsoft.com/office/officeart/2018/5/layout/IconCircleLabelList"/>
    <dgm:cxn modelId="{D0ED5884-C0C0-4FCE-B042-685B7B2977D4}" type="presParOf" srcId="{481E990B-764B-465A-A951-2736B8B33F23}" destId="{415CFD99-6609-433B-A798-128340BD3566}" srcOrd="2" destOrd="0" presId="urn:microsoft.com/office/officeart/2018/5/layout/IconCircleLabelList"/>
    <dgm:cxn modelId="{5927200F-083A-4705-BC4B-85FF6265927A}" type="presParOf" srcId="{481E990B-764B-465A-A951-2736B8B33F23}" destId="{01292467-BAE4-44EC-AE1F-1A0E6D03C7C4}" srcOrd="3" destOrd="0" presId="urn:microsoft.com/office/officeart/2018/5/layout/IconCircleLabelList"/>
    <dgm:cxn modelId="{52399F92-5064-44F2-ACF3-EC2E80CBF672}" type="presParOf" srcId="{E9774697-226F-4737-A348-ED6DACBFF12C}" destId="{C7C210C8-81A4-450A-8477-0ECEE629AFAC}" srcOrd="3" destOrd="0" presId="urn:microsoft.com/office/officeart/2018/5/layout/IconCircleLabelList"/>
    <dgm:cxn modelId="{BFBB9182-3CFE-419F-88C4-7956CB85CA4E}" type="presParOf" srcId="{E9774697-226F-4737-A348-ED6DACBFF12C}" destId="{443497B4-B70B-4E6B-955F-A85B16CECB86}" srcOrd="4" destOrd="0" presId="urn:microsoft.com/office/officeart/2018/5/layout/IconCircleLabelList"/>
    <dgm:cxn modelId="{795D80AA-A88B-4619-BE40-4C0FA85C8871}" type="presParOf" srcId="{443497B4-B70B-4E6B-955F-A85B16CECB86}" destId="{E8431E12-23DD-4202-879D-00CAB0F41554}" srcOrd="0" destOrd="0" presId="urn:microsoft.com/office/officeart/2018/5/layout/IconCircleLabelList"/>
    <dgm:cxn modelId="{A32215DE-DAEF-4198-A440-C1929C5CDD70}" type="presParOf" srcId="{443497B4-B70B-4E6B-955F-A85B16CECB86}" destId="{FDC87AD7-603F-4ACC-AF66-96365E037001}" srcOrd="1" destOrd="0" presId="urn:microsoft.com/office/officeart/2018/5/layout/IconCircleLabelList"/>
    <dgm:cxn modelId="{CD02460B-853F-40CF-9620-28024E67EE59}" type="presParOf" srcId="{443497B4-B70B-4E6B-955F-A85B16CECB86}" destId="{28326F16-613C-4549-86A2-2DC2DDCB01DF}" srcOrd="2" destOrd="0" presId="urn:microsoft.com/office/officeart/2018/5/layout/IconCircleLabelList"/>
    <dgm:cxn modelId="{D566918D-6750-40DC-9BFD-4361327DA56B}" type="presParOf" srcId="{443497B4-B70B-4E6B-955F-A85B16CECB86}" destId="{B1F3EE69-5B36-4F42-ACCC-E1129FBDFEE5}" srcOrd="3" destOrd="0" presId="urn:microsoft.com/office/officeart/2018/5/layout/IconCircleLabelList"/>
    <dgm:cxn modelId="{56A7A0CA-8AEF-4793-9328-061F547B9B7D}" type="presParOf" srcId="{E9774697-226F-4737-A348-ED6DACBFF12C}" destId="{D4279991-C533-4447-A114-C9796F26E723}" srcOrd="5" destOrd="0" presId="urn:microsoft.com/office/officeart/2018/5/layout/IconCircleLabelList"/>
    <dgm:cxn modelId="{7A586DB8-23F0-4570-A12C-9B513901B2ED}" type="presParOf" srcId="{E9774697-226F-4737-A348-ED6DACBFF12C}" destId="{65E526EC-BF83-407F-8C24-637D56FFE3FD}" srcOrd="6" destOrd="0" presId="urn:microsoft.com/office/officeart/2018/5/layout/IconCircleLabelList"/>
    <dgm:cxn modelId="{B34A20D8-3C5D-4A85-8C0E-0D5E5C0DC701}" type="presParOf" srcId="{65E526EC-BF83-407F-8C24-637D56FFE3FD}" destId="{607D7B92-51A7-471F-BD7D-D75AFE83AE32}" srcOrd="0" destOrd="0" presId="urn:microsoft.com/office/officeart/2018/5/layout/IconCircleLabelList"/>
    <dgm:cxn modelId="{51510E08-6C5A-4155-B414-43C55C3C6C79}" type="presParOf" srcId="{65E526EC-BF83-407F-8C24-637D56FFE3FD}" destId="{C8790BA4-2876-4CD5-BDAA-02F94A3A7C2E}" srcOrd="1" destOrd="0" presId="urn:microsoft.com/office/officeart/2018/5/layout/IconCircleLabelList"/>
    <dgm:cxn modelId="{7C52338B-8968-4BEB-A0A0-EBDA3AC5FF4F}" type="presParOf" srcId="{65E526EC-BF83-407F-8C24-637D56FFE3FD}" destId="{BD7C275B-D8D9-4605-A85F-59D4A7882263}" srcOrd="2" destOrd="0" presId="urn:microsoft.com/office/officeart/2018/5/layout/IconCircleLabelList"/>
    <dgm:cxn modelId="{D4CF8419-8098-4CFC-8802-7195241A839E}" type="presParOf" srcId="{65E526EC-BF83-407F-8C24-637D56FFE3FD}" destId="{712DDA1A-1D1C-4D8B-BDC8-1EB195E8CE8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000033-710D-41C0-BC15-2FA8ACF4D4A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B3EE2C0-6D0C-423D-AECB-A789AC75E2A7}">
      <dgm:prSet/>
      <dgm:spPr/>
      <dgm:t>
        <a:bodyPr/>
        <a:lstStyle/>
        <a:p>
          <a:r>
            <a:rPr lang="en-US" b="1" dirty="0">
              <a:solidFill>
                <a:srgbClr val="C00000"/>
              </a:solidFill>
            </a:rPr>
            <a:t>Q: Which factors impact death risk?</a:t>
          </a:r>
          <a:endParaRPr lang="en-US" dirty="0">
            <a:solidFill>
              <a:srgbClr val="C00000"/>
            </a:solidFill>
          </a:endParaRPr>
        </a:p>
      </dgm:t>
    </dgm:pt>
    <dgm:pt modelId="{519AD964-5113-4970-8B0F-0E77E6D33912}" type="parTrans" cxnId="{6267B49B-977E-4208-BC67-17446FAB2D0E}">
      <dgm:prSet/>
      <dgm:spPr/>
      <dgm:t>
        <a:bodyPr/>
        <a:lstStyle/>
        <a:p>
          <a:endParaRPr lang="en-US"/>
        </a:p>
      </dgm:t>
    </dgm:pt>
    <dgm:pt modelId="{7AD4F158-95AD-4AB2-8379-8BC5C90DC266}" type="sibTrans" cxnId="{6267B49B-977E-4208-BC67-17446FAB2D0E}">
      <dgm:prSet/>
      <dgm:spPr/>
      <dgm:t>
        <a:bodyPr/>
        <a:lstStyle/>
        <a:p>
          <a:endParaRPr lang="en-US"/>
        </a:p>
      </dgm:t>
    </dgm:pt>
    <dgm:pt modelId="{56144958-3D39-41D3-8486-F5FADB3F36CA}">
      <dgm:prSet/>
      <dgm:spPr/>
      <dgm:t>
        <a:bodyPr/>
        <a:lstStyle/>
        <a:p>
          <a:r>
            <a:rPr lang="en-US"/>
            <a:t>Same key predictors identified </a:t>
          </a:r>
        </a:p>
      </dgm:t>
    </dgm:pt>
    <dgm:pt modelId="{35314863-C434-4D37-A266-5050CC32E6BC}" type="parTrans" cxnId="{EAF8E0E0-061B-404F-A21A-5C3FB12F9743}">
      <dgm:prSet/>
      <dgm:spPr/>
      <dgm:t>
        <a:bodyPr/>
        <a:lstStyle/>
        <a:p>
          <a:endParaRPr lang="en-US"/>
        </a:p>
      </dgm:t>
    </dgm:pt>
    <dgm:pt modelId="{A7821CFF-8245-4BAF-854F-AC87F38153F3}" type="sibTrans" cxnId="{EAF8E0E0-061B-404F-A21A-5C3FB12F9743}">
      <dgm:prSet/>
      <dgm:spPr/>
      <dgm:t>
        <a:bodyPr/>
        <a:lstStyle/>
        <a:p>
          <a:endParaRPr lang="en-US"/>
        </a:p>
      </dgm:t>
    </dgm:pt>
    <dgm:pt modelId="{ECDB3998-5F40-49CB-BA5F-7E48B6CF78F9}">
      <dgm:prSet/>
      <dgm:spPr/>
      <dgm:t>
        <a:bodyPr/>
        <a:lstStyle/>
        <a:p>
          <a:r>
            <a:rPr lang="en-US"/>
            <a:t>Age &amp; creatinine ↑ risk </a:t>
          </a:r>
        </a:p>
      </dgm:t>
    </dgm:pt>
    <dgm:pt modelId="{52C473CB-ADC2-41CC-898D-38B5855E3A5C}" type="parTrans" cxnId="{47E584F1-8D8C-4AED-8363-0220DC5C73E2}">
      <dgm:prSet/>
      <dgm:spPr/>
      <dgm:t>
        <a:bodyPr/>
        <a:lstStyle/>
        <a:p>
          <a:endParaRPr lang="en-US"/>
        </a:p>
      </dgm:t>
    </dgm:pt>
    <dgm:pt modelId="{E5B39583-42D0-4213-8CEA-6D5EA88A439F}" type="sibTrans" cxnId="{47E584F1-8D8C-4AED-8363-0220DC5C73E2}">
      <dgm:prSet/>
      <dgm:spPr/>
      <dgm:t>
        <a:bodyPr/>
        <a:lstStyle/>
        <a:p>
          <a:endParaRPr lang="en-US"/>
        </a:p>
      </dgm:t>
    </dgm:pt>
    <dgm:pt modelId="{905DF00D-F272-4CDD-8F46-5370AF1503D1}">
      <dgm:prSet/>
      <dgm:spPr/>
      <dgm:t>
        <a:bodyPr/>
        <a:lstStyle/>
        <a:p>
          <a:r>
            <a:rPr lang="en-US"/>
            <a:t>Ejection fraction ↓ risk (protective) </a:t>
          </a:r>
        </a:p>
      </dgm:t>
    </dgm:pt>
    <dgm:pt modelId="{D07CDEF8-9315-4D59-94E2-2333BB6C15C7}" type="parTrans" cxnId="{4929793F-FBD9-4ED7-A453-94244005F559}">
      <dgm:prSet/>
      <dgm:spPr/>
      <dgm:t>
        <a:bodyPr/>
        <a:lstStyle/>
        <a:p>
          <a:endParaRPr lang="en-US"/>
        </a:p>
      </dgm:t>
    </dgm:pt>
    <dgm:pt modelId="{A8823737-E2A6-4446-BB86-E141D7488C92}" type="sibTrans" cxnId="{4929793F-FBD9-4ED7-A453-94244005F559}">
      <dgm:prSet/>
      <dgm:spPr/>
      <dgm:t>
        <a:bodyPr/>
        <a:lstStyle/>
        <a:p>
          <a:endParaRPr lang="en-US"/>
        </a:p>
      </dgm:t>
    </dgm:pt>
    <dgm:pt modelId="{FF15FF7B-A9BC-47B4-A31C-E2D30DC448DB}">
      <dgm:prSet/>
      <dgm:spPr/>
      <dgm:t>
        <a:bodyPr/>
        <a:lstStyle/>
        <a:p>
          <a:r>
            <a:rPr lang="en-US"/>
            <a:t>Non-significant: sex, smoking, diabetes</a:t>
          </a:r>
        </a:p>
      </dgm:t>
    </dgm:pt>
    <dgm:pt modelId="{A385986E-74C7-49EA-A9ED-019D026DE38D}" type="parTrans" cxnId="{F15A63B5-BB9A-4109-BEE2-2D1457798345}">
      <dgm:prSet/>
      <dgm:spPr/>
      <dgm:t>
        <a:bodyPr/>
        <a:lstStyle/>
        <a:p>
          <a:endParaRPr lang="en-US"/>
        </a:p>
      </dgm:t>
    </dgm:pt>
    <dgm:pt modelId="{7019BBEC-A1B0-4E72-8F56-E08CBE600699}" type="sibTrans" cxnId="{F15A63B5-BB9A-4109-BEE2-2D1457798345}">
      <dgm:prSet/>
      <dgm:spPr/>
      <dgm:t>
        <a:bodyPr/>
        <a:lstStyle/>
        <a:p>
          <a:endParaRPr lang="en-US"/>
        </a:p>
      </dgm:t>
    </dgm:pt>
    <dgm:pt modelId="{66CBBB4C-9959-47E4-8578-7777CBC049B6}" type="pres">
      <dgm:prSet presAssocID="{E1000033-710D-41C0-BC15-2FA8ACF4D4A3}" presName="diagram" presStyleCnt="0">
        <dgm:presLayoutVars>
          <dgm:dir/>
          <dgm:resizeHandles val="exact"/>
        </dgm:presLayoutVars>
      </dgm:prSet>
      <dgm:spPr/>
    </dgm:pt>
    <dgm:pt modelId="{6B42A1F1-42EB-472A-80CF-E0E1CACEB0FD}" type="pres">
      <dgm:prSet presAssocID="{AB3EE2C0-6D0C-423D-AECB-A789AC75E2A7}" presName="node" presStyleLbl="node1" presStyleIdx="0" presStyleCnt="5">
        <dgm:presLayoutVars>
          <dgm:bulletEnabled val="1"/>
        </dgm:presLayoutVars>
      </dgm:prSet>
      <dgm:spPr/>
    </dgm:pt>
    <dgm:pt modelId="{63229B0F-DC47-4630-975F-1980C617AF04}" type="pres">
      <dgm:prSet presAssocID="{7AD4F158-95AD-4AB2-8379-8BC5C90DC266}" presName="sibTrans" presStyleCnt="0"/>
      <dgm:spPr/>
    </dgm:pt>
    <dgm:pt modelId="{32BF0DA7-4712-4DE9-BC76-64DE954FB2BA}" type="pres">
      <dgm:prSet presAssocID="{56144958-3D39-41D3-8486-F5FADB3F36CA}" presName="node" presStyleLbl="node1" presStyleIdx="1" presStyleCnt="5">
        <dgm:presLayoutVars>
          <dgm:bulletEnabled val="1"/>
        </dgm:presLayoutVars>
      </dgm:prSet>
      <dgm:spPr/>
    </dgm:pt>
    <dgm:pt modelId="{2752AABD-5363-46E6-9301-DA2C85BA97EB}" type="pres">
      <dgm:prSet presAssocID="{A7821CFF-8245-4BAF-854F-AC87F38153F3}" presName="sibTrans" presStyleCnt="0"/>
      <dgm:spPr/>
    </dgm:pt>
    <dgm:pt modelId="{28D97205-DE0D-4A8F-9F2C-A034F10B9034}" type="pres">
      <dgm:prSet presAssocID="{ECDB3998-5F40-49CB-BA5F-7E48B6CF78F9}" presName="node" presStyleLbl="node1" presStyleIdx="2" presStyleCnt="5">
        <dgm:presLayoutVars>
          <dgm:bulletEnabled val="1"/>
        </dgm:presLayoutVars>
      </dgm:prSet>
      <dgm:spPr/>
    </dgm:pt>
    <dgm:pt modelId="{38D02CE4-F24B-4837-9A3A-0236B25BBBC4}" type="pres">
      <dgm:prSet presAssocID="{E5B39583-42D0-4213-8CEA-6D5EA88A439F}" presName="sibTrans" presStyleCnt="0"/>
      <dgm:spPr/>
    </dgm:pt>
    <dgm:pt modelId="{46123FC1-10AE-4E09-A835-C0C48FAED5A0}" type="pres">
      <dgm:prSet presAssocID="{905DF00D-F272-4CDD-8F46-5370AF1503D1}" presName="node" presStyleLbl="node1" presStyleIdx="3" presStyleCnt="5">
        <dgm:presLayoutVars>
          <dgm:bulletEnabled val="1"/>
        </dgm:presLayoutVars>
      </dgm:prSet>
      <dgm:spPr/>
    </dgm:pt>
    <dgm:pt modelId="{A5E5976A-8BCD-4594-AB53-23E1E8F925BE}" type="pres">
      <dgm:prSet presAssocID="{A8823737-E2A6-4446-BB86-E141D7488C92}" presName="sibTrans" presStyleCnt="0"/>
      <dgm:spPr/>
    </dgm:pt>
    <dgm:pt modelId="{FB510925-B63D-4916-9454-E64A33637DAD}" type="pres">
      <dgm:prSet presAssocID="{FF15FF7B-A9BC-47B4-A31C-E2D30DC448DB}" presName="node" presStyleLbl="node1" presStyleIdx="4" presStyleCnt="5">
        <dgm:presLayoutVars>
          <dgm:bulletEnabled val="1"/>
        </dgm:presLayoutVars>
      </dgm:prSet>
      <dgm:spPr/>
    </dgm:pt>
  </dgm:ptLst>
  <dgm:cxnLst>
    <dgm:cxn modelId="{41E0CF03-2FE2-4947-A32C-1503EC5D61FC}" type="presOf" srcId="{AB3EE2C0-6D0C-423D-AECB-A789AC75E2A7}" destId="{6B42A1F1-42EB-472A-80CF-E0E1CACEB0FD}" srcOrd="0" destOrd="0" presId="urn:microsoft.com/office/officeart/2005/8/layout/default"/>
    <dgm:cxn modelId="{50C5D00F-35B3-4B84-AE5F-B83DD2083C7F}" type="presOf" srcId="{905DF00D-F272-4CDD-8F46-5370AF1503D1}" destId="{46123FC1-10AE-4E09-A835-C0C48FAED5A0}" srcOrd="0" destOrd="0" presId="urn:microsoft.com/office/officeart/2005/8/layout/default"/>
    <dgm:cxn modelId="{A7691D10-B458-44A9-9F9C-44D0DC8B2A6F}" type="presOf" srcId="{FF15FF7B-A9BC-47B4-A31C-E2D30DC448DB}" destId="{FB510925-B63D-4916-9454-E64A33637DAD}" srcOrd="0" destOrd="0" presId="urn:microsoft.com/office/officeart/2005/8/layout/default"/>
    <dgm:cxn modelId="{F1179F2E-A6A7-452D-88FC-8D81B826E62B}" type="presOf" srcId="{E1000033-710D-41C0-BC15-2FA8ACF4D4A3}" destId="{66CBBB4C-9959-47E4-8578-7777CBC049B6}" srcOrd="0" destOrd="0" presId="urn:microsoft.com/office/officeart/2005/8/layout/default"/>
    <dgm:cxn modelId="{4929793F-FBD9-4ED7-A453-94244005F559}" srcId="{E1000033-710D-41C0-BC15-2FA8ACF4D4A3}" destId="{905DF00D-F272-4CDD-8F46-5370AF1503D1}" srcOrd="3" destOrd="0" parTransId="{D07CDEF8-9315-4D59-94E2-2333BB6C15C7}" sibTransId="{A8823737-E2A6-4446-BB86-E141D7488C92}"/>
    <dgm:cxn modelId="{69A11A4C-0662-41BE-93C0-EFCD0DAD13D0}" type="presOf" srcId="{56144958-3D39-41D3-8486-F5FADB3F36CA}" destId="{32BF0DA7-4712-4DE9-BC76-64DE954FB2BA}" srcOrd="0" destOrd="0" presId="urn:microsoft.com/office/officeart/2005/8/layout/default"/>
    <dgm:cxn modelId="{560E5288-E7BD-484F-A6F1-28284C1762AA}" type="presOf" srcId="{ECDB3998-5F40-49CB-BA5F-7E48B6CF78F9}" destId="{28D97205-DE0D-4A8F-9F2C-A034F10B9034}" srcOrd="0" destOrd="0" presId="urn:microsoft.com/office/officeart/2005/8/layout/default"/>
    <dgm:cxn modelId="{6267B49B-977E-4208-BC67-17446FAB2D0E}" srcId="{E1000033-710D-41C0-BC15-2FA8ACF4D4A3}" destId="{AB3EE2C0-6D0C-423D-AECB-A789AC75E2A7}" srcOrd="0" destOrd="0" parTransId="{519AD964-5113-4970-8B0F-0E77E6D33912}" sibTransId="{7AD4F158-95AD-4AB2-8379-8BC5C90DC266}"/>
    <dgm:cxn modelId="{F15A63B5-BB9A-4109-BEE2-2D1457798345}" srcId="{E1000033-710D-41C0-BC15-2FA8ACF4D4A3}" destId="{FF15FF7B-A9BC-47B4-A31C-E2D30DC448DB}" srcOrd="4" destOrd="0" parTransId="{A385986E-74C7-49EA-A9ED-019D026DE38D}" sibTransId="{7019BBEC-A1B0-4E72-8F56-E08CBE600699}"/>
    <dgm:cxn modelId="{EAF8E0E0-061B-404F-A21A-5C3FB12F9743}" srcId="{E1000033-710D-41C0-BC15-2FA8ACF4D4A3}" destId="{56144958-3D39-41D3-8486-F5FADB3F36CA}" srcOrd="1" destOrd="0" parTransId="{35314863-C434-4D37-A266-5050CC32E6BC}" sibTransId="{A7821CFF-8245-4BAF-854F-AC87F38153F3}"/>
    <dgm:cxn modelId="{47E584F1-8D8C-4AED-8363-0220DC5C73E2}" srcId="{E1000033-710D-41C0-BC15-2FA8ACF4D4A3}" destId="{ECDB3998-5F40-49CB-BA5F-7E48B6CF78F9}" srcOrd="2" destOrd="0" parTransId="{52C473CB-ADC2-41CC-898D-38B5855E3A5C}" sibTransId="{E5B39583-42D0-4213-8CEA-6D5EA88A439F}"/>
    <dgm:cxn modelId="{1A88BFF6-21A0-4825-B53C-C5B978C5C285}" type="presParOf" srcId="{66CBBB4C-9959-47E4-8578-7777CBC049B6}" destId="{6B42A1F1-42EB-472A-80CF-E0E1CACEB0FD}" srcOrd="0" destOrd="0" presId="urn:microsoft.com/office/officeart/2005/8/layout/default"/>
    <dgm:cxn modelId="{BA29C822-A667-4D65-BD92-B81498135BCA}" type="presParOf" srcId="{66CBBB4C-9959-47E4-8578-7777CBC049B6}" destId="{63229B0F-DC47-4630-975F-1980C617AF04}" srcOrd="1" destOrd="0" presId="urn:microsoft.com/office/officeart/2005/8/layout/default"/>
    <dgm:cxn modelId="{103393C4-4402-44C1-BCB1-E65D04AFDB6E}" type="presParOf" srcId="{66CBBB4C-9959-47E4-8578-7777CBC049B6}" destId="{32BF0DA7-4712-4DE9-BC76-64DE954FB2BA}" srcOrd="2" destOrd="0" presId="urn:microsoft.com/office/officeart/2005/8/layout/default"/>
    <dgm:cxn modelId="{CC4F6C3E-60F8-4DC2-AEDE-C4F7B9AE0F6E}" type="presParOf" srcId="{66CBBB4C-9959-47E4-8578-7777CBC049B6}" destId="{2752AABD-5363-46E6-9301-DA2C85BA97EB}" srcOrd="3" destOrd="0" presId="urn:microsoft.com/office/officeart/2005/8/layout/default"/>
    <dgm:cxn modelId="{141A005F-6004-4C58-B17F-3FC7322FC556}" type="presParOf" srcId="{66CBBB4C-9959-47E4-8578-7777CBC049B6}" destId="{28D97205-DE0D-4A8F-9F2C-A034F10B9034}" srcOrd="4" destOrd="0" presId="urn:microsoft.com/office/officeart/2005/8/layout/default"/>
    <dgm:cxn modelId="{FA3C2F5C-1FFB-4C11-8C37-AE9886B58549}" type="presParOf" srcId="{66CBBB4C-9959-47E4-8578-7777CBC049B6}" destId="{38D02CE4-F24B-4837-9A3A-0236B25BBBC4}" srcOrd="5" destOrd="0" presId="urn:microsoft.com/office/officeart/2005/8/layout/default"/>
    <dgm:cxn modelId="{DBBEC5D3-BE43-4AFE-9A2A-403039A8D75E}" type="presParOf" srcId="{66CBBB4C-9959-47E4-8578-7777CBC049B6}" destId="{46123FC1-10AE-4E09-A835-C0C48FAED5A0}" srcOrd="6" destOrd="0" presId="urn:microsoft.com/office/officeart/2005/8/layout/default"/>
    <dgm:cxn modelId="{931EA6BF-D72F-4ABC-AB42-D5FF6FAD837D}" type="presParOf" srcId="{66CBBB4C-9959-47E4-8578-7777CBC049B6}" destId="{A5E5976A-8BCD-4594-AB53-23E1E8F925BE}" srcOrd="7" destOrd="0" presId="urn:microsoft.com/office/officeart/2005/8/layout/default"/>
    <dgm:cxn modelId="{C4B02E21-DF00-4E79-A7E1-5AE81796D4C9}" type="presParOf" srcId="{66CBBB4C-9959-47E4-8578-7777CBC049B6}" destId="{FB510925-B63D-4916-9454-E64A33637DAD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E67854-1F37-4FE6-9B04-A6DFF0ED3EFF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197F1A1-7674-4760-8A41-BE721168B1D7}">
      <dgm:prSet/>
      <dgm:spPr/>
      <dgm:t>
        <a:bodyPr/>
        <a:lstStyle/>
        <a:p>
          <a:r>
            <a:rPr lang="en-US" b="0" i="0" baseline="0"/>
            <a:t>Reproducibility builds trust and contributes to the scientific knowledgebase </a:t>
          </a:r>
          <a:endParaRPr lang="en-US"/>
        </a:p>
      </dgm:t>
    </dgm:pt>
    <dgm:pt modelId="{02ECF52E-9828-40D7-B1A5-028FEF7D24D8}" type="parTrans" cxnId="{E58F9F78-BF60-4063-909A-3B3387928A13}">
      <dgm:prSet/>
      <dgm:spPr/>
      <dgm:t>
        <a:bodyPr/>
        <a:lstStyle/>
        <a:p>
          <a:endParaRPr lang="en-US"/>
        </a:p>
      </dgm:t>
    </dgm:pt>
    <dgm:pt modelId="{EBDD59C1-F3E2-4C7B-933D-7E65A2C864E2}" type="sibTrans" cxnId="{E58F9F78-BF60-4063-909A-3B3387928A13}">
      <dgm:prSet/>
      <dgm:spPr/>
      <dgm:t>
        <a:bodyPr/>
        <a:lstStyle/>
        <a:p>
          <a:endParaRPr lang="en-US"/>
        </a:p>
      </dgm:t>
    </dgm:pt>
    <dgm:pt modelId="{181791D7-8039-4CAB-A35E-C49B1AA4514B}">
      <dgm:prSet/>
      <dgm:spPr/>
      <dgm:t>
        <a:bodyPr/>
        <a:lstStyle/>
        <a:p>
          <a:r>
            <a:rPr lang="en-US" b="0" i="0" baseline="0"/>
            <a:t>Small changes can result in different outcomes</a:t>
          </a:r>
          <a:endParaRPr lang="en-US"/>
        </a:p>
      </dgm:t>
    </dgm:pt>
    <dgm:pt modelId="{FA195BE0-389F-4A40-93B4-F36D88DBDD42}" type="parTrans" cxnId="{0F8C4386-BE71-40D5-B11B-7E078C8D599F}">
      <dgm:prSet/>
      <dgm:spPr/>
      <dgm:t>
        <a:bodyPr/>
        <a:lstStyle/>
        <a:p>
          <a:endParaRPr lang="en-US"/>
        </a:p>
      </dgm:t>
    </dgm:pt>
    <dgm:pt modelId="{B1E984A0-460C-4B62-9ABE-B7270CA2709A}" type="sibTrans" cxnId="{0F8C4386-BE71-40D5-B11B-7E078C8D599F}">
      <dgm:prSet/>
      <dgm:spPr/>
      <dgm:t>
        <a:bodyPr/>
        <a:lstStyle/>
        <a:p>
          <a:endParaRPr lang="en-US"/>
        </a:p>
      </dgm:t>
    </dgm:pt>
    <dgm:pt modelId="{3FF21DCB-8846-4B8B-9BA3-BEB81C703ACB}">
      <dgm:prSet/>
      <dgm:spPr/>
      <dgm:t>
        <a:bodyPr/>
        <a:lstStyle/>
        <a:p>
          <a:r>
            <a:rPr lang="en-US" b="0" i="0" baseline="0"/>
            <a:t>Extra Important, especially in </a:t>
          </a:r>
          <a:r>
            <a:rPr lang="en-US"/>
            <a:t>high-stakes environments like healthcare</a:t>
          </a:r>
        </a:p>
      </dgm:t>
    </dgm:pt>
    <dgm:pt modelId="{A7009D5F-FD39-4E37-9B3D-E5BE6BE0444A}" type="parTrans" cxnId="{C4570009-12C9-48A1-91E8-E44BEB798BD2}">
      <dgm:prSet/>
      <dgm:spPr/>
      <dgm:t>
        <a:bodyPr/>
        <a:lstStyle/>
        <a:p>
          <a:endParaRPr lang="en-US"/>
        </a:p>
      </dgm:t>
    </dgm:pt>
    <dgm:pt modelId="{D39E1B0B-11C5-4AE9-8713-01C0CE50D4ED}" type="sibTrans" cxnId="{C4570009-12C9-48A1-91E8-E44BEB798BD2}">
      <dgm:prSet/>
      <dgm:spPr/>
      <dgm:t>
        <a:bodyPr/>
        <a:lstStyle/>
        <a:p>
          <a:endParaRPr lang="en-US"/>
        </a:p>
      </dgm:t>
    </dgm:pt>
    <dgm:pt modelId="{C3A4DB58-1172-4161-B629-C2B76DAC1A9C}">
      <dgm:prSet/>
      <dgm:spPr/>
      <dgm:t>
        <a:bodyPr/>
        <a:lstStyle/>
        <a:p>
          <a:r>
            <a:rPr lang="en-US" b="0" i="0" baseline="0"/>
            <a:t>Data leakage can mislead performance </a:t>
          </a:r>
          <a:endParaRPr lang="en-US"/>
        </a:p>
      </dgm:t>
    </dgm:pt>
    <dgm:pt modelId="{B06E7606-D731-4E3E-8773-C8A8028B0594}" type="parTrans" cxnId="{2731F519-3378-4414-9916-F6646A73FEBC}">
      <dgm:prSet/>
      <dgm:spPr/>
      <dgm:t>
        <a:bodyPr/>
        <a:lstStyle/>
        <a:p>
          <a:endParaRPr lang="en-US"/>
        </a:p>
      </dgm:t>
    </dgm:pt>
    <dgm:pt modelId="{3105124E-2527-44B3-9829-B02CB4983142}" type="sibTrans" cxnId="{2731F519-3378-4414-9916-F6646A73FEBC}">
      <dgm:prSet/>
      <dgm:spPr/>
      <dgm:t>
        <a:bodyPr/>
        <a:lstStyle/>
        <a:p>
          <a:endParaRPr lang="en-US"/>
        </a:p>
      </dgm:t>
    </dgm:pt>
    <dgm:pt modelId="{EAE44366-EFEA-4EE4-9243-7EECB43D6985}" type="pres">
      <dgm:prSet presAssocID="{9AE67854-1F37-4FE6-9B04-A6DFF0ED3EFF}" presName="Name0" presStyleCnt="0">
        <dgm:presLayoutVars>
          <dgm:dir/>
          <dgm:animLvl val="lvl"/>
          <dgm:resizeHandles val="exact"/>
        </dgm:presLayoutVars>
      </dgm:prSet>
      <dgm:spPr/>
    </dgm:pt>
    <dgm:pt modelId="{25A6BA3C-AD3F-4040-99D2-DC29C9B303BF}" type="pres">
      <dgm:prSet presAssocID="{C3A4DB58-1172-4161-B629-C2B76DAC1A9C}" presName="boxAndChildren" presStyleCnt="0"/>
      <dgm:spPr/>
    </dgm:pt>
    <dgm:pt modelId="{8B07157B-2F0D-4C18-9A7D-DD768C2B07C3}" type="pres">
      <dgm:prSet presAssocID="{C3A4DB58-1172-4161-B629-C2B76DAC1A9C}" presName="parentTextBox" presStyleLbl="node1" presStyleIdx="0" presStyleCnt="3"/>
      <dgm:spPr/>
    </dgm:pt>
    <dgm:pt modelId="{FEFF95C4-FBE5-4D12-A2F2-A3BF4695586F}" type="pres">
      <dgm:prSet presAssocID="{B1E984A0-460C-4B62-9ABE-B7270CA2709A}" presName="sp" presStyleCnt="0"/>
      <dgm:spPr/>
    </dgm:pt>
    <dgm:pt modelId="{2E696EA7-9C66-43AF-9E38-C368CC895E8F}" type="pres">
      <dgm:prSet presAssocID="{181791D7-8039-4CAB-A35E-C49B1AA4514B}" presName="arrowAndChildren" presStyleCnt="0"/>
      <dgm:spPr/>
    </dgm:pt>
    <dgm:pt modelId="{46942EA1-B849-49A1-A934-75B628F0037F}" type="pres">
      <dgm:prSet presAssocID="{181791D7-8039-4CAB-A35E-C49B1AA4514B}" presName="parentTextArrow" presStyleLbl="node1" presStyleIdx="0" presStyleCnt="3"/>
      <dgm:spPr/>
    </dgm:pt>
    <dgm:pt modelId="{BFBE7C01-DE01-4185-87E6-EF5971FD5B20}" type="pres">
      <dgm:prSet presAssocID="{181791D7-8039-4CAB-A35E-C49B1AA4514B}" presName="arrow" presStyleLbl="node1" presStyleIdx="1" presStyleCnt="3"/>
      <dgm:spPr/>
    </dgm:pt>
    <dgm:pt modelId="{2B88A706-05E0-40D5-8A3A-2BD101835EA8}" type="pres">
      <dgm:prSet presAssocID="{181791D7-8039-4CAB-A35E-C49B1AA4514B}" presName="descendantArrow" presStyleCnt="0"/>
      <dgm:spPr/>
    </dgm:pt>
    <dgm:pt modelId="{BD773DA5-D5D9-4D5A-8081-2CC292BA13A8}" type="pres">
      <dgm:prSet presAssocID="{3FF21DCB-8846-4B8B-9BA3-BEB81C703ACB}" presName="childTextArrow" presStyleLbl="fgAccFollowNode1" presStyleIdx="0" presStyleCnt="1">
        <dgm:presLayoutVars>
          <dgm:bulletEnabled val="1"/>
        </dgm:presLayoutVars>
      </dgm:prSet>
      <dgm:spPr/>
    </dgm:pt>
    <dgm:pt modelId="{CA5BE21D-251E-4815-AC5D-8AB41AE6B864}" type="pres">
      <dgm:prSet presAssocID="{EBDD59C1-F3E2-4C7B-933D-7E65A2C864E2}" presName="sp" presStyleCnt="0"/>
      <dgm:spPr/>
    </dgm:pt>
    <dgm:pt modelId="{0B59F47A-1662-4203-8C98-2FFA75CDC697}" type="pres">
      <dgm:prSet presAssocID="{D197F1A1-7674-4760-8A41-BE721168B1D7}" presName="arrowAndChildren" presStyleCnt="0"/>
      <dgm:spPr/>
    </dgm:pt>
    <dgm:pt modelId="{53E13447-5E24-4B3F-9714-F78B986A43BF}" type="pres">
      <dgm:prSet presAssocID="{D197F1A1-7674-4760-8A41-BE721168B1D7}" presName="parentTextArrow" presStyleLbl="node1" presStyleIdx="2" presStyleCnt="3"/>
      <dgm:spPr/>
    </dgm:pt>
  </dgm:ptLst>
  <dgm:cxnLst>
    <dgm:cxn modelId="{C4570009-12C9-48A1-91E8-E44BEB798BD2}" srcId="{181791D7-8039-4CAB-A35E-C49B1AA4514B}" destId="{3FF21DCB-8846-4B8B-9BA3-BEB81C703ACB}" srcOrd="0" destOrd="0" parTransId="{A7009D5F-FD39-4E37-9B3D-E5BE6BE0444A}" sibTransId="{D39E1B0B-11C5-4AE9-8713-01C0CE50D4ED}"/>
    <dgm:cxn modelId="{2731F519-3378-4414-9916-F6646A73FEBC}" srcId="{9AE67854-1F37-4FE6-9B04-A6DFF0ED3EFF}" destId="{C3A4DB58-1172-4161-B629-C2B76DAC1A9C}" srcOrd="2" destOrd="0" parTransId="{B06E7606-D731-4E3E-8773-C8A8028B0594}" sibTransId="{3105124E-2527-44B3-9829-B02CB4983142}"/>
    <dgm:cxn modelId="{07B09421-2A46-417C-B554-9A3FFC8A8686}" type="presOf" srcId="{C3A4DB58-1172-4161-B629-C2B76DAC1A9C}" destId="{8B07157B-2F0D-4C18-9A7D-DD768C2B07C3}" srcOrd="0" destOrd="0" presId="urn:microsoft.com/office/officeart/2005/8/layout/process4"/>
    <dgm:cxn modelId="{32D5CA65-C8CF-4015-9E4E-34B7DB6310FF}" type="presOf" srcId="{D197F1A1-7674-4760-8A41-BE721168B1D7}" destId="{53E13447-5E24-4B3F-9714-F78B986A43BF}" srcOrd="0" destOrd="0" presId="urn:microsoft.com/office/officeart/2005/8/layout/process4"/>
    <dgm:cxn modelId="{DE3D8972-1706-4139-B336-94A7E9F90B38}" type="presOf" srcId="{181791D7-8039-4CAB-A35E-C49B1AA4514B}" destId="{BFBE7C01-DE01-4185-87E6-EF5971FD5B20}" srcOrd="1" destOrd="0" presId="urn:microsoft.com/office/officeart/2005/8/layout/process4"/>
    <dgm:cxn modelId="{E58F9F78-BF60-4063-909A-3B3387928A13}" srcId="{9AE67854-1F37-4FE6-9B04-A6DFF0ED3EFF}" destId="{D197F1A1-7674-4760-8A41-BE721168B1D7}" srcOrd="0" destOrd="0" parTransId="{02ECF52E-9828-40D7-B1A5-028FEF7D24D8}" sibTransId="{EBDD59C1-F3E2-4C7B-933D-7E65A2C864E2}"/>
    <dgm:cxn modelId="{0F8C4386-BE71-40D5-B11B-7E078C8D599F}" srcId="{9AE67854-1F37-4FE6-9B04-A6DFF0ED3EFF}" destId="{181791D7-8039-4CAB-A35E-C49B1AA4514B}" srcOrd="1" destOrd="0" parTransId="{FA195BE0-389F-4A40-93B4-F36D88DBDD42}" sibTransId="{B1E984A0-460C-4B62-9ABE-B7270CA2709A}"/>
    <dgm:cxn modelId="{10FA45A9-7577-48A7-89AC-7B2C67D90D67}" type="presOf" srcId="{3FF21DCB-8846-4B8B-9BA3-BEB81C703ACB}" destId="{BD773DA5-D5D9-4D5A-8081-2CC292BA13A8}" srcOrd="0" destOrd="0" presId="urn:microsoft.com/office/officeart/2005/8/layout/process4"/>
    <dgm:cxn modelId="{E8F0DDB5-145A-4FA9-94A4-74C6BAA4A047}" type="presOf" srcId="{9AE67854-1F37-4FE6-9B04-A6DFF0ED3EFF}" destId="{EAE44366-EFEA-4EE4-9243-7EECB43D6985}" srcOrd="0" destOrd="0" presId="urn:microsoft.com/office/officeart/2005/8/layout/process4"/>
    <dgm:cxn modelId="{A21415E8-50A1-49D4-A3EC-A0D859274BB5}" type="presOf" srcId="{181791D7-8039-4CAB-A35E-C49B1AA4514B}" destId="{46942EA1-B849-49A1-A934-75B628F0037F}" srcOrd="0" destOrd="0" presId="urn:microsoft.com/office/officeart/2005/8/layout/process4"/>
    <dgm:cxn modelId="{724AE59D-7F85-4335-8C87-8D0E0F17D3DA}" type="presParOf" srcId="{EAE44366-EFEA-4EE4-9243-7EECB43D6985}" destId="{25A6BA3C-AD3F-4040-99D2-DC29C9B303BF}" srcOrd="0" destOrd="0" presId="urn:microsoft.com/office/officeart/2005/8/layout/process4"/>
    <dgm:cxn modelId="{456E5977-35AF-4147-93E4-EE5F94262F06}" type="presParOf" srcId="{25A6BA3C-AD3F-4040-99D2-DC29C9B303BF}" destId="{8B07157B-2F0D-4C18-9A7D-DD768C2B07C3}" srcOrd="0" destOrd="0" presId="urn:microsoft.com/office/officeart/2005/8/layout/process4"/>
    <dgm:cxn modelId="{001830CA-4A77-476E-B199-8E6990CD3422}" type="presParOf" srcId="{EAE44366-EFEA-4EE4-9243-7EECB43D6985}" destId="{FEFF95C4-FBE5-4D12-A2F2-A3BF4695586F}" srcOrd="1" destOrd="0" presId="urn:microsoft.com/office/officeart/2005/8/layout/process4"/>
    <dgm:cxn modelId="{52E8ACCE-49E9-4770-8392-D3D31C75121C}" type="presParOf" srcId="{EAE44366-EFEA-4EE4-9243-7EECB43D6985}" destId="{2E696EA7-9C66-43AF-9E38-C368CC895E8F}" srcOrd="2" destOrd="0" presId="urn:microsoft.com/office/officeart/2005/8/layout/process4"/>
    <dgm:cxn modelId="{CD6B7209-2477-46DC-90ED-E115267FFB30}" type="presParOf" srcId="{2E696EA7-9C66-43AF-9E38-C368CC895E8F}" destId="{46942EA1-B849-49A1-A934-75B628F0037F}" srcOrd="0" destOrd="0" presId="urn:microsoft.com/office/officeart/2005/8/layout/process4"/>
    <dgm:cxn modelId="{6B5C1714-C3FE-409F-B267-57359FE68FF9}" type="presParOf" srcId="{2E696EA7-9C66-43AF-9E38-C368CC895E8F}" destId="{BFBE7C01-DE01-4185-87E6-EF5971FD5B20}" srcOrd="1" destOrd="0" presId="urn:microsoft.com/office/officeart/2005/8/layout/process4"/>
    <dgm:cxn modelId="{DB826E88-3758-4DF8-B713-F939961A0D4E}" type="presParOf" srcId="{2E696EA7-9C66-43AF-9E38-C368CC895E8F}" destId="{2B88A706-05E0-40D5-8A3A-2BD101835EA8}" srcOrd="2" destOrd="0" presId="urn:microsoft.com/office/officeart/2005/8/layout/process4"/>
    <dgm:cxn modelId="{96794DCB-D6B6-490C-BD1E-49D5E2C2165F}" type="presParOf" srcId="{2B88A706-05E0-40D5-8A3A-2BD101835EA8}" destId="{BD773DA5-D5D9-4D5A-8081-2CC292BA13A8}" srcOrd="0" destOrd="0" presId="urn:microsoft.com/office/officeart/2005/8/layout/process4"/>
    <dgm:cxn modelId="{E14EE1F1-8EB4-4736-A22D-7E13C41F6215}" type="presParOf" srcId="{EAE44366-EFEA-4EE4-9243-7EECB43D6985}" destId="{CA5BE21D-251E-4815-AC5D-8AB41AE6B864}" srcOrd="3" destOrd="0" presId="urn:microsoft.com/office/officeart/2005/8/layout/process4"/>
    <dgm:cxn modelId="{1280F2F6-DE48-48D9-A865-77501C03D8BD}" type="presParOf" srcId="{EAE44366-EFEA-4EE4-9243-7EECB43D6985}" destId="{0B59F47A-1662-4203-8C98-2FFA75CDC697}" srcOrd="4" destOrd="0" presId="urn:microsoft.com/office/officeart/2005/8/layout/process4"/>
    <dgm:cxn modelId="{1811C392-219E-4028-A66F-C7E6B6EC96A6}" type="presParOf" srcId="{0B59F47A-1662-4203-8C98-2FFA75CDC697}" destId="{53E13447-5E24-4B3F-9714-F78B986A43B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C37D5B-B754-40BC-8751-742962B9C268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0EC3CFF-EF8B-4AA4-A290-2FEDB2A6253E}">
      <dgm:prSet/>
      <dgm:spPr/>
      <dgm:t>
        <a:bodyPr/>
        <a:lstStyle/>
        <a:p>
          <a:r>
            <a:rPr lang="en-US" b="0" i="0" baseline="0"/>
            <a:t>Remove leakage variables explicitly </a:t>
          </a:r>
          <a:endParaRPr lang="en-US"/>
        </a:p>
      </dgm:t>
    </dgm:pt>
    <dgm:pt modelId="{E5F0DB22-3DA6-457D-B753-AC68299550F9}" type="parTrans" cxnId="{7E6142FC-6EDE-4276-BF65-228A85F880B2}">
      <dgm:prSet/>
      <dgm:spPr/>
      <dgm:t>
        <a:bodyPr/>
        <a:lstStyle/>
        <a:p>
          <a:endParaRPr lang="en-US"/>
        </a:p>
      </dgm:t>
    </dgm:pt>
    <dgm:pt modelId="{095ACD1C-B174-44B1-B0E4-16E3EF8D23A9}" type="sibTrans" cxnId="{7E6142FC-6EDE-4276-BF65-228A85F880B2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A843236C-7DE1-4CF0-B0EF-273677DF0F53}">
      <dgm:prSet/>
      <dgm:spPr/>
      <dgm:t>
        <a:bodyPr/>
        <a:lstStyle/>
        <a:p>
          <a:r>
            <a:rPr lang="en-US" b="0" i="0" baseline="0"/>
            <a:t>Use cross-validation (not single split) </a:t>
          </a:r>
          <a:endParaRPr lang="en-US"/>
        </a:p>
      </dgm:t>
    </dgm:pt>
    <dgm:pt modelId="{1DE54FF0-25C8-4CB2-9EE3-A24F3C0AC6F5}" type="parTrans" cxnId="{BA76C0A5-6F36-4B14-861D-C34FF74F06CD}">
      <dgm:prSet/>
      <dgm:spPr/>
      <dgm:t>
        <a:bodyPr/>
        <a:lstStyle/>
        <a:p>
          <a:endParaRPr lang="en-US"/>
        </a:p>
      </dgm:t>
    </dgm:pt>
    <dgm:pt modelId="{9417DD57-785A-4F02-9F9D-A71FBC39F7D2}" type="sibTrans" cxnId="{BA76C0A5-6F36-4B14-861D-C34FF74F06CD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31786387-9FE5-498F-9560-1BEB01198F85}">
      <dgm:prSet/>
      <dgm:spPr/>
      <dgm:t>
        <a:bodyPr/>
        <a:lstStyle/>
        <a:p>
          <a:r>
            <a:rPr lang="en-US" b="0" i="0" baseline="0"/>
            <a:t>Include uncertainty (multiple runs) </a:t>
          </a:r>
          <a:endParaRPr lang="en-US"/>
        </a:p>
      </dgm:t>
    </dgm:pt>
    <dgm:pt modelId="{3E33922F-2A52-458F-821F-5E5550EFC7F2}" type="parTrans" cxnId="{EA89450D-6457-4784-95AE-D36BBC2586E9}">
      <dgm:prSet/>
      <dgm:spPr/>
      <dgm:t>
        <a:bodyPr/>
        <a:lstStyle/>
        <a:p>
          <a:endParaRPr lang="en-US"/>
        </a:p>
      </dgm:t>
    </dgm:pt>
    <dgm:pt modelId="{F979F176-35F2-4EDC-8669-F39F7F06AA25}" type="sibTrans" cxnId="{EA89450D-6457-4784-95AE-D36BBC2586E9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62AB90EB-9223-4770-8B67-7B9A4D0115D8}">
      <dgm:prSet/>
      <dgm:spPr/>
      <dgm:t>
        <a:bodyPr/>
        <a:lstStyle/>
        <a:p>
          <a:r>
            <a:rPr lang="en-US" b="0" i="0" baseline="0"/>
            <a:t>Use larger datasets, if obtainable</a:t>
          </a:r>
          <a:endParaRPr lang="en-US"/>
        </a:p>
      </dgm:t>
    </dgm:pt>
    <dgm:pt modelId="{7CF056F7-A942-4203-9BCF-8D7454A1E348}" type="parTrans" cxnId="{0F3FC37D-1A09-4FA6-B315-2BAD633D26C2}">
      <dgm:prSet/>
      <dgm:spPr/>
      <dgm:t>
        <a:bodyPr/>
        <a:lstStyle/>
        <a:p>
          <a:endParaRPr lang="en-US"/>
        </a:p>
      </dgm:t>
    </dgm:pt>
    <dgm:pt modelId="{B571B864-C460-422C-AA4A-82CF451A837D}" type="sibTrans" cxnId="{0F3FC37D-1A09-4FA6-B315-2BAD633D26C2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166139DE-68E0-4772-A7B6-E5CD8DA984FB}">
      <dgm:prSet/>
      <dgm:spPr/>
      <dgm:t>
        <a:bodyPr/>
        <a:lstStyle/>
        <a:p>
          <a:r>
            <a:rPr lang="en-US" b="0" i="0" baseline="0" dirty="0"/>
            <a:t>Report full hyperparameters + preprocessing </a:t>
          </a:r>
          <a:endParaRPr lang="en-US" dirty="0"/>
        </a:p>
      </dgm:t>
    </dgm:pt>
    <dgm:pt modelId="{088C93A4-78BF-49C3-A0B6-CF6BBCAE3693}" type="parTrans" cxnId="{8F952C57-D76F-4DA3-8135-D6689BFD3C0C}">
      <dgm:prSet/>
      <dgm:spPr/>
      <dgm:t>
        <a:bodyPr/>
        <a:lstStyle/>
        <a:p>
          <a:endParaRPr lang="en-US"/>
        </a:p>
      </dgm:t>
    </dgm:pt>
    <dgm:pt modelId="{46DDC232-BB0A-4CA5-8FDE-05127884E871}" type="sibTrans" cxnId="{8F952C57-D76F-4DA3-8135-D6689BFD3C0C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EC585199-93F3-40F7-AB24-17DD5396C04F}" type="pres">
      <dgm:prSet presAssocID="{CCC37D5B-B754-40BC-8751-742962B9C268}" presName="Name0" presStyleCnt="0">
        <dgm:presLayoutVars>
          <dgm:animLvl val="lvl"/>
          <dgm:resizeHandles val="exact"/>
        </dgm:presLayoutVars>
      </dgm:prSet>
      <dgm:spPr/>
    </dgm:pt>
    <dgm:pt modelId="{A6B7742F-B9A1-49C6-8D6B-0A38CFD60432}" type="pres">
      <dgm:prSet presAssocID="{166139DE-68E0-4772-A7B6-E5CD8DA984FB}" presName="compositeNode" presStyleCnt="0">
        <dgm:presLayoutVars>
          <dgm:bulletEnabled val="1"/>
        </dgm:presLayoutVars>
      </dgm:prSet>
      <dgm:spPr/>
    </dgm:pt>
    <dgm:pt modelId="{4032339D-3F36-40D9-B194-35E5293EB194}" type="pres">
      <dgm:prSet presAssocID="{166139DE-68E0-4772-A7B6-E5CD8DA984FB}" presName="bgRect" presStyleLbl="alignNode1" presStyleIdx="0" presStyleCnt="5"/>
      <dgm:spPr/>
    </dgm:pt>
    <dgm:pt modelId="{C18F6119-5AB1-4279-AE9B-64200E0D7D83}" type="pres">
      <dgm:prSet presAssocID="{46DDC232-BB0A-4CA5-8FDE-05127884E871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FD3697B7-D79A-4DFB-A27B-0476FACF1456}" type="pres">
      <dgm:prSet presAssocID="{166139DE-68E0-4772-A7B6-E5CD8DA984FB}" presName="nodeRect" presStyleLbl="alignNode1" presStyleIdx="0" presStyleCnt="5">
        <dgm:presLayoutVars>
          <dgm:bulletEnabled val="1"/>
        </dgm:presLayoutVars>
      </dgm:prSet>
      <dgm:spPr/>
    </dgm:pt>
    <dgm:pt modelId="{2BB3C11A-6B0F-4559-A3A7-62F04A20F3EC}" type="pres">
      <dgm:prSet presAssocID="{46DDC232-BB0A-4CA5-8FDE-05127884E871}" presName="sibTrans" presStyleCnt="0"/>
      <dgm:spPr/>
    </dgm:pt>
    <dgm:pt modelId="{3C2112F5-BE18-443C-A356-E47422403D5F}" type="pres">
      <dgm:prSet presAssocID="{60EC3CFF-EF8B-4AA4-A290-2FEDB2A6253E}" presName="compositeNode" presStyleCnt="0">
        <dgm:presLayoutVars>
          <dgm:bulletEnabled val="1"/>
        </dgm:presLayoutVars>
      </dgm:prSet>
      <dgm:spPr/>
    </dgm:pt>
    <dgm:pt modelId="{57DBE4D5-0198-4707-9033-D18026CDA2E6}" type="pres">
      <dgm:prSet presAssocID="{60EC3CFF-EF8B-4AA4-A290-2FEDB2A6253E}" presName="bgRect" presStyleLbl="alignNode1" presStyleIdx="1" presStyleCnt="5"/>
      <dgm:spPr/>
    </dgm:pt>
    <dgm:pt modelId="{212B502C-94B2-4E94-99E4-196EC4D3577A}" type="pres">
      <dgm:prSet presAssocID="{095ACD1C-B174-44B1-B0E4-16E3EF8D23A9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9AB19F51-452E-4591-AFE0-AF0289B5F559}" type="pres">
      <dgm:prSet presAssocID="{60EC3CFF-EF8B-4AA4-A290-2FEDB2A6253E}" presName="nodeRect" presStyleLbl="alignNode1" presStyleIdx="1" presStyleCnt="5">
        <dgm:presLayoutVars>
          <dgm:bulletEnabled val="1"/>
        </dgm:presLayoutVars>
      </dgm:prSet>
      <dgm:spPr/>
    </dgm:pt>
    <dgm:pt modelId="{F99B4DA5-9721-4DE6-B870-38E027F95FB5}" type="pres">
      <dgm:prSet presAssocID="{095ACD1C-B174-44B1-B0E4-16E3EF8D23A9}" presName="sibTrans" presStyleCnt="0"/>
      <dgm:spPr/>
    </dgm:pt>
    <dgm:pt modelId="{D7F2263C-A637-4E37-A65D-E4636AC1CA78}" type="pres">
      <dgm:prSet presAssocID="{A843236C-7DE1-4CF0-B0EF-273677DF0F53}" presName="compositeNode" presStyleCnt="0">
        <dgm:presLayoutVars>
          <dgm:bulletEnabled val="1"/>
        </dgm:presLayoutVars>
      </dgm:prSet>
      <dgm:spPr/>
    </dgm:pt>
    <dgm:pt modelId="{A2635830-CB5E-4F62-B421-EEBF71223AFA}" type="pres">
      <dgm:prSet presAssocID="{A843236C-7DE1-4CF0-B0EF-273677DF0F53}" presName="bgRect" presStyleLbl="alignNode1" presStyleIdx="2" presStyleCnt="5"/>
      <dgm:spPr/>
    </dgm:pt>
    <dgm:pt modelId="{2550F409-6B77-4FFE-B755-FB17A33999F3}" type="pres">
      <dgm:prSet presAssocID="{9417DD57-785A-4F02-9F9D-A71FBC39F7D2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CA2AFE4B-377F-491E-A48E-2B8953A7409E}" type="pres">
      <dgm:prSet presAssocID="{A843236C-7DE1-4CF0-B0EF-273677DF0F53}" presName="nodeRect" presStyleLbl="alignNode1" presStyleIdx="2" presStyleCnt="5">
        <dgm:presLayoutVars>
          <dgm:bulletEnabled val="1"/>
        </dgm:presLayoutVars>
      </dgm:prSet>
      <dgm:spPr/>
    </dgm:pt>
    <dgm:pt modelId="{6E558EC1-184C-4334-8A75-461D6491BC75}" type="pres">
      <dgm:prSet presAssocID="{9417DD57-785A-4F02-9F9D-A71FBC39F7D2}" presName="sibTrans" presStyleCnt="0"/>
      <dgm:spPr/>
    </dgm:pt>
    <dgm:pt modelId="{9F77CC27-E7EB-46AA-AFF5-DDF58E246890}" type="pres">
      <dgm:prSet presAssocID="{31786387-9FE5-498F-9560-1BEB01198F85}" presName="compositeNode" presStyleCnt="0">
        <dgm:presLayoutVars>
          <dgm:bulletEnabled val="1"/>
        </dgm:presLayoutVars>
      </dgm:prSet>
      <dgm:spPr/>
    </dgm:pt>
    <dgm:pt modelId="{1157625E-B689-4964-8315-58166575E0B0}" type="pres">
      <dgm:prSet presAssocID="{31786387-9FE5-498F-9560-1BEB01198F85}" presName="bgRect" presStyleLbl="alignNode1" presStyleIdx="3" presStyleCnt="5"/>
      <dgm:spPr/>
    </dgm:pt>
    <dgm:pt modelId="{AD57B041-B37C-4602-A974-B7310014E1FB}" type="pres">
      <dgm:prSet presAssocID="{F979F176-35F2-4EDC-8669-F39F7F06AA25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24FA10E2-CCB2-4755-A8BB-B7A00640F86F}" type="pres">
      <dgm:prSet presAssocID="{31786387-9FE5-498F-9560-1BEB01198F85}" presName="nodeRect" presStyleLbl="alignNode1" presStyleIdx="3" presStyleCnt="5">
        <dgm:presLayoutVars>
          <dgm:bulletEnabled val="1"/>
        </dgm:presLayoutVars>
      </dgm:prSet>
      <dgm:spPr/>
    </dgm:pt>
    <dgm:pt modelId="{4E2BF78D-1CB1-4295-8CCC-5A5333DD899B}" type="pres">
      <dgm:prSet presAssocID="{F979F176-35F2-4EDC-8669-F39F7F06AA25}" presName="sibTrans" presStyleCnt="0"/>
      <dgm:spPr/>
    </dgm:pt>
    <dgm:pt modelId="{B10DFF05-9E1B-4151-BF43-9F6032E03F64}" type="pres">
      <dgm:prSet presAssocID="{62AB90EB-9223-4770-8B67-7B9A4D0115D8}" presName="compositeNode" presStyleCnt="0">
        <dgm:presLayoutVars>
          <dgm:bulletEnabled val="1"/>
        </dgm:presLayoutVars>
      </dgm:prSet>
      <dgm:spPr/>
    </dgm:pt>
    <dgm:pt modelId="{E600FEE6-3B23-448D-9774-D9AE4EEBBE9D}" type="pres">
      <dgm:prSet presAssocID="{62AB90EB-9223-4770-8B67-7B9A4D0115D8}" presName="bgRect" presStyleLbl="alignNode1" presStyleIdx="4" presStyleCnt="5"/>
      <dgm:spPr/>
    </dgm:pt>
    <dgm:pt modelId="{28C6EB6A-6BA5-45F5-85CE-8496996F6899}" type="pres">
      <dgm:prSet presAssocID="{B571B864-C460-422C-AA4A-82CF451A837D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74B484CA-2C86-4D39-A75E-708AF91156CF}" type="pres">
      <dgm:prSet presAssocID="{62AB90EB-9223-4770-8B67-7B9A4D0115D8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09349E05-1B0B-4D8C-A442-30B0DE39EEB2}" type="presOf" srcId="{62AB90EB-9223-4770-8B67-7B9A4D0115D8}" destId="{74B484CA-2C86-4D39-A75E-708AF91156CF}" srcOrd="1" destOrd="0" presId="urn:microsoft.com/office/officeart/2016/7/layout/LinearBlockProcessNumbered"/>
    <dgm:cxn modelId="{6CE2320B-6D60-4EFC-BBA6-A5030755BB01}" type="presOf" srcId="{A843236C-7DE1-4CF0-B0EF-273677DF0F53}" destId="{A2635830-CB5E-4F62-B421-EEBF71223AFA}" srcOrd="0" destOrd="0" presId="urn:microsoft.com/office/officeart/2016/7/layout/LinearBlockProcessNumbered"/>
    <dgm:cxn modelId="{EA89450D-6457-4784-95AE-D36BBC2586E9}" srcId="{CCC37D5B-B754-40BC-8751-742962B9C268}" destId="{31786387-9FE5-498F-9560-1BEB01198F85}" srcOrd="3" destOrd="0" parTransId="{3E33922F-2A52-458F-821F-5E5550EFC7F2}" sibTransId="{F979F176-35F2-4EDC-8669-F39F7F06AA25}"/>
    <dgm:cxn modelId="{57C02715-FA4F-49F5-840D-3BF24AD9E607}" type="presOf" srcId="{9417DD57-785A-4F02-9F9D-A71FBC39F7D2}" destId="{2550F409-6B77-4FFE-B755-FB17A33999F3}" srcOrd="0" destOrd="0" presId="urn:microsoft.com/office/officeart/2016/7/layout/LinearBlockProcessNumbered"/>
    <dgm:cxn modelId="{D1ECF117-CDFE-4128-B7AB-85B9A2D87F2E}" type="presOf" srcId="{166139DE-68E0-4772-A7B6-E5CD8DA984FB}" destId="{FD3697B7-D79A-4DFB-A27B-0476FACF1456}" srcOrd="1" destOrd="0" presId="urn:microsoft.com/office/officeart/2016/7/layout/LinearBlockProcessNumbered"/>
    <dgm:cxn modelId="{3CD7BB24-C936-4887-A8A6-275BCD8D6477}" type="presOf" srcId="{A843236C-7DE1-4CF0-B0EF-273677DF0F53}" destId="{CA2AFE4B-377F-491E-A48E-2B8953A7409E}" srcOrd="1" destOrd="0" presId="urn:microsoft.com/office/officeart/2016/7/layout/LinearBlockProcessNumbered"/>
    <dgm:cxn modelId="{1F6B7030-9D88-404B-8DAB-44D1CD441E2D}" type="presOf" srcId="{60EC3CFF-EF8B-4AA4-A290-2FEDB2A6253E}" destId="{9AB19F51-452E-4591-AFE0-AF0289B5F559}" srcOrd="1" destOrd="0" presId="urn:microsoft.com/office/officeart/2016/7/layout/LinearBlockProcessNumbered"/>
    <dgm:cxn modelId="{C67BA33B-4B94-4047-A1D2-64B56AE1B723}" type="presOf" srcId="{166139DE-68E0-4772-A7B6-E5CD8DA984FB}" destId="{4032339D-3F36-40D9-B194-35E5293EB194}" srcOrd="0" destOrd="0" presId="urn:microsoft.com/office/officeart/2016/7/layout/LinearBlockProcessNumbered"/>
    <dgm:cxn modelId="{609D1442-494C-4D98-A357-D579AF643F8E}" type="presOf" srcId="{62AB90EB-9223-4770-8B67-7B9A4D0115D8}" destId="{E600FEE6-3B23-448D-9774-D9AE4EEBBE9D}" srcOrd="0" destOrd="0" presId="urn:microsoft.com/office/officeart/2016/7/layout/LinearBlockProcessNumbered"/>
    <dgm:cxn modelId="{76742876-DDA9-41C5-A2EA-01318F7A7CFA}" type="presOf" srcId="{31786387-9FE5-498F-9560-1BEB01198F85}" destId="{24FA10E2-CCB2-4755-A8BB-B7A00640F86F}" srcOrd="1" destOrd="0" presId="urn:microsoft.com/office/officeart/2016/7/layout/LinearBlockProcessNumbered"/>
    <dgm:cxn modelId="{8F952C57-D76F-4DA3-8135-D6689BFD3C0C}" srcId="{CCC37D5B-B754-40BC-8751-742962B9C268}" destId="{166139DE-68E0-4772-A7B6-E5CD8DA984FB}" srcOrd="0" destOrd="0" parTransId="{088C93A4-78BF-49C3-A0B6-CF6BBCAE3693}" sibTransId="{46DDC232-BB0A-4CA5-8FDE-05127884E871}"/>
    <dgm:cxn modelId="{0F3FC37D-1A09-4FA6-B315-2BAD633D26C2}" srcId="{CCC37D5B-B754-40BC-8751-742962B9C268}" destId="{62AB90EB-9223-4770-8B67-7B9A4D0115D8}" srcOrd="4" destOrd="0" parTransId="{7CF056F7-A942-4203-9BCF-8D7454A1E348}" sibTransId="{B571B864-C460-422C-AA4A-82CF451A837D}"/>
    <dgm:cxn modelId="{1345D584-0AC9-4EFC-B50E-71B7C59E8916}" type="presOf" srcId="{F979F176-35F2-4EDC-8669-F39F7F06AA25}" destId="{AD57B041-B37C-4602-A974-B7310014E1FB}" srcOrd="0" destOrd="0" presId="urn:microsoft.com/office/officeart/2016/7/layout/LinearBlockProcessNumbered"/>
    <dgm:cxn modelId="{21F3DD9B-23B4-43CF-999C-3BA52B65DCDF}" type="presOf" srcId="{60EC3CFF-EF8B-4AA4-A290-2FEDB2A6253E}" destId="{57DBE4D5-0198-4707-9033-D18026CDA2E6}" srcOrd="0" destOrd="0" presId="urn:microsoft.com/office/officeart/2016/7/layout/LinearBlockProcessNumbered"/>
    <dgm:cxn modelId="{BA76C0A5-6F36-4B14-861D-C34FF74F06CD}" srcId="{CCC37D5B-B754-40BC-8751-742962B9C268}" destId="{A843236C-7DE1-4CF0-B0EF-273677DF0F53}" srcOrd="2" destOrd="0" parTransId="{1DE54FF0-25C8-4CB2-9EE3-A24F3C0AC6F5}" sibTransId="{9417DD57-785A-4F02-9F9D-A71FBC39F7D2}"/>
    <dgm:cxn modelId="{A361E7A5-498D-4032-945E-6FCDFC82E5A9}" type="presOf" srcId="{095ACD1C-B174-44B1-B0E4-16E3EF8D23A9}" destId="{212B502C-94B2-4E94-99E4-196EC4D3577A}" srcOrd="0" destOrd="0" presId="urn:microsoft.com/office/officeart/2016/7/layout/LinearBlockProcessNumbered"/>
    <dgm:cxn modelId="{61393CAE-73CC-4D41-8B0F-CA7829D5F831}" type="presOf" srcId="{46DDC232-BB0A-4CA5-8FDE-05127884E871}" destId="{C18F6119-5AB1-4279-AE9B-64200E0D7D83}" srcOrd="0" destOrd="0" presId="urn:microsoft.com/office/officeart/2016/7/layout/LinearBlockProcessNumbered"/>
    <dgm:cxn modelId="{8A7379AF-AF9A-4EAA-B832-2B7F3AEA0D12}" type="presOf" srcId="{B571B864-C460-422C-AA4A-82CF451A837D}" destId="{28C6EB6A-6BA5-45F5-85CE-8496996F6899}" srcOrd="0" destOrd="0" presId="urn:microsoft.com/office/officeart/2016/7/layout/LinearBlockProcessNumbered"/>
    <dgm:cxn modelId="{E2D8D5C7-8074-4E68-A5FF-E6CAB48A5CF9}" type="presOf" srcId="{31786387-9FE5-498F-9560-1BEB01198F85}" destId="{1157625E-B689-4964-8315-58166575E0B0}" srcOrd="0" destOrd="0" presId="urn:microsoft.com/office/officeart/2016/7/layout/LinearBlockProcessNumbered"/>
    <dgm:cxn modelId="{9100CCD1-B28C-4CD5-9134-A1A55AA76498}" type="presOf" srcId="{CCC37D5B-B754-40BC-8751-742962B9C268}" destId="{EC585199-93F3-40F7-AB24-17DD5396C04F}" srcOrd="0" destOrd="0" presId="urn:microsoft.com/office/officeart/2016/7/layout/LinearBlockProcessNumbered"/>
    <dgm:cxn modelId="{7E6142FC-6EDE-4276-BF65-228A85F880B2}" srcId="{CCC37D5B-B754-40BC-8751-742962B9C268}" destId="{60EC3CFF-EF8B-4AA4-A290-2FEDB2A6253E}" srcOrd="1" destOrd="0" parTransId="{E5F0DB22-3DA6-457D-B753-AC68299550F9}" sibTransId="{095ACD1C-B174-44B1-B0E4-16E3EF8D23A9}"/>
    <dgm:cxn modelId="{B5F13357-CAF0-4429-A7CC-BD3C36F60E5A}" type="presParOf" srcId="{EC585199-93F3-40F7-AB24-17DD5396C04F}" destId="{A6B7742F-B9A1-49C6-8D6B-0A38CFD60432}" srcOrd="0" destOrd="0" presId="urn:microsoft.com/office/officeart/2016/7/layout/LinearBlockProcessNumbered"/>
    <dgm:cxn modelId="{6719BA11-E2B3-4CBC-A5DD-5379EACDB572}" type="presParOf" srcId="{A6B7742F-B9A1-49C6-8D6B-0A38CFD60432}" destId="{4032339D-3F36-40D9-B194-35E5293EB194}" srcOrd="0" destOrd="0" presId="urn:microsoft.com/office/officeart/2016/7/layout/LinearBlockProcessNumbered"/>
    <dgm:cxn modelId="{92C89D94-2AF4-49CA-960F-803A7125EB3B}" type="presParOf" srcId="{A6B7742F-B9A1-49C6-8D6B-0A38CFD60432}" destId="{C18F6119-5AB1-4279-AE9B-64200E0D7D83}" srcOrd="1" destOrd="0" presId="urn:microsoft.com/office/officeart/2016/7/layout/LinearBlockProcessNumbered"/>
    <dgm:cxn modelId="{FC5AC0A7-0374-426C-9CFB-B059093A95A3}" type="presParOf" srcId="{A6B7742F-B9A1-49C6-8D6B-0A38CFD60432}" destId="{FD3697B7-D79A-4DFB-A27B-0476FACF1456}" srcOrd="2" destOrd="0" presId="urn:microsoft.com/office/officeart/2016/7/layout/LinearBlockProcessNumbered"/>
    <dgm:cxn modelId="{223A7138-4142-463A-87F1-11ADCDD56F03}" type="presParOf" srcId="{EC585199-93F3-40F7-AB24-17DD5396C04F}" destId="{2BB3C11A-6B0F-4559-A3A7-62F04A20F3EC}" srcOrd="1" destOrd="0" presId="urn:microsoft.com/office/officeart/2016/7/layout/LinearBlockProcessNumbered"/>
    <dgm:cxn modelId="{452B2B12-FDBA-4DC4-87E4-FA3EE0742E56}" type="presParOf" srcId="{EC585199-93F3-40F7-AB24-17DD5396C04F}" destId="{3C2112F5-BE18-443C-A356-E47422403D5F}" srcOrd="2" destOrd="0" presId="urn:microsoft.com/office/officeart/2016/7/layout/LinearBlockProcessNumbered"/>
    <dgm:cxn modelId="{DD744AE4-E4E8-4C02-B36A-0E4331FF578D}" type="presParOf" srcId="{3C2112F5-BE18-443C-A356-E47422403D5F}" destId="{57DBE4D5-0198-4707-9033-D18026CDA2E6}" srcOrd="0" destOrd="0" presId="urn:microsoft.com/office/officeart/2016/7/layout/LinearBlockProcessNumbered"/>
    <dgm:cxn modelId="{066212A6-6D02-475F-9D0F-5182F422290A}" type="presParOf" srcId="{3C2112F5-BE18-443C-A356-E47422403D5F}" destId="{212B502C-94B2-4E94-99E4-196EC4D3577A}" srcOrd="1" destOrd="0" presId="urn:microsoft.com/office/officeart/2016/7/layout/LinearBlockProcessNumbered"/>
    <dgm:cxn modelId="{44214D65-CDBC-49F6-8339-B97C8B8BA1AF}" type="presParOf" srcId="{3C2112F5-BE18-443C-A356-E47422403D5F}" destId="{9AB19F51-452E-4591-AFE0-AF0289B5F559}" srcOrd="2" destOrd="0" presId="urn:microsoft.com/office/officeart/2016/7/layout/LinearBlockProcessNumbered"/>
    <dgm:cxn modelId="{17856434-683F-4936-95E4-31C4A17B39F1}" type="presParOf" srcId="{EC585199-93F3-40F7-AB24-17DD5396C04F}" destId="{F99B4DA5-9721-4DE6-B870-38E027F95FB5}" srcOrd="3" destOrd="0" presId="urn:microsoft.com/office/officeart/2016/7/layout/LinearBlockProcessNumbered"/>
    <dgm:cxn modelId="{1494C37E-BEAC-45B4-98A8-11CA7FF4AAB7}" type="presParOf" srcId="{EC585199-93F3-40F7-AB24-17DD5396C04F}" destId="{D7F2263C-A637-4E37-A65D-E4636AC1CA78}" srcOrd="4" destOrd="0" presId="urn:microsoft.com/office/officeart/2016/7/layout/LinearBlockProcessNumbered"/>
    <dgm:cxn modelId="{DEFC15CC-6B0F-4AEB-9F09-F30CC740A996}" type="presParOf" srcId="{D7F2263C-A637-4E37-A65D-E4636AC1CA78}" destId="{A2635830-CB5E-4F62-B421-EEBF71223AFA}" srcOrd="0" destOrd="0" presId="urn:microsoft.com/office/officeart/2016/7/layout/LinearBlockProcessNumbered"/>
    <dgm:cxn modelId="{2E6890E9-892D-4168-BF35-A2E0B4C5F427}" type="presParOf" srcId="{D7F2263C-A637-4E37-A65D-E4636AC1CA78}" destId="{2550F409-6B77-4FFE-B755-FB17A33999F3}" srcOrd="1" destOrd="0" presId="urn:microsoft.com/office/officeart/2016/7/layout/LinearBlockProcessNumbered"/>
    <dgm:cxn modelId="{5E3D128E-57A8-458B-9F9E-2E96DDAD1707}" type="presParOf" srcId="{D7F2263C-A637-4E37-A65D-E4636AC1CA78}" destId="{CA2AFE4B-377F-491E-A48E-2B8953A7409E}" srcOrd="2" destOrd="0" presId="urn:microsoft.com/office/officeart/2016/7/layout/LinearBlockProcessNumbered"/>
    <dgm:cxn modelId="{02E8ECC6-B61A-4815-8FE4-0C3E4DE174BC}" type="presParOf" srcId="{EC585199-93F3-40F7-AB24-17DD5396C04F}" destId="{6E558EC1-184C-4334-8A75-461D6491BC75}" srcOrd="5" destOrd="0" presId="urn:microsoft.com/office/officeart/2016/7/layout/LinearBlockProcessNumbered"/>
    <dgm:cxn modelId="{012F1281-7A4E-4002-AAE5-527C079C24DF}" type="presParOf" srcId="{EC585199-93F3-40F7-AB24-17DD5396C04F}" destId="{9F77CC27-E7EB-46AA-AFF5-DDF58E246890}" srcOrd="6" destOrd="0" presId="urn:microsoft.com/office/officeart/2016/7/layout/LinearBlockProcessNumbered"/>
    <dgm:cxn modelId="{F2815D34-EF2E-4FDE-8CDC-B167E1232781}" type="presParOf" srcId="{9F77CC27-E7EB-46AA-AFF5-DDF58E246890}" destId="{1157625E-B689-4964-8315-58166575E0B0}" srcOrd="0" destOrd="0" presId="urn:microsoft.com/office/officeart/2016/7/layout/LinearBlockProcessNumbered"/>
    <dgm:cxn modelId="{E8EFEC21-259B-4AF1-B498-B905C25E16B4}" type="presParOf" srcId="{9F77CC27-E7EB-46AA-AFF5-DDF58E246890}" destId="{AD57B041-B37C-4602-A974-B7310014E1FB}" srcOrd="1" destOrd="0" presId="urn:microsoft.com/office/officeart/2016/7/layout/LinearBlockProcessNumbered"/>
    <dgm:cxn modelId="{7E208EE0-EE53-4D59-8090-63B161EB87BF}" type="presParOf" srcId="{9F77CC27-E7EB-46AA-AFF5-DDF58E246890}" destId="{24FA10E2-CCB2-4755-A8BB-B7A00640F86F}" srcOrd="2" destOrd="0" presId="urn:microsoft.com/office/officeart/2016/7/layout/LinearBlockProcessNumbered"/>
    <dgm:cxn modelId="{6F50C7B6-1C8C-49FD-A9C3-790C8CF33F30}" type="presParOf" srcId="{EC585199-93F3-40F7-AB24-17DD5396C04F}" destId="{4E2BF78D-1CB1-4295-8CCC-5A5333DD899B}" srcOrd="7" destOrd="0" presId="urn:microsoft.com/office/officeart/2016/7/layout/LinearBlockProcessNumbered"/>
    <dgm:cxn modelId="{87C071D5-6EF5-45D7-A069-103F0AA4ED4D}" type="presParOf" srcId="{EC585199-93F3-40F7-AB24-17DD5396C04F}" destId="{B10DFF05-9E1B-4151-BF43-9F6032E03F64}" srcOrd="8" destOrd="0" presId="urn:microsoft.com/office/officeart/2016/7/layout/LinearBlockProcessNumbered"/>
    <dgm:cxn modelId="{F8D8FD27-3364-4FCC-A40E-6C1839B75C6B}" type="presParOf" srcId="{B10DFF05-9E1B-4151-BF43-9F6032E03F64}" destId="{E600FEE6-3B23-448D-9774-D9AE4EEBBE9D}" srcOrd="0" destOrd="0" presId="urn:microsoft.com/office/officeart/2016/7/layout/LinearBlockProcessNumbered"/>
    <dgm:cxn modelId="{F677A01C-4D55-4CAA-8352-00FB9F687F93}" type="presParOf" srcId="{B10DFF05-9E1B-4151-BF43-9F6032E03F64}" destId="{28C6EB6A-6BA5-45F5-85CE-8496996F6899}" srcOrd="1" destOrd="0" presId="urn:microsoft.com/office/officeart/2016/7/layout/LinearBlockProcessNumbered"/>
    <dgm:cxn modelId="{63C47F5F-01DE-44EC-B37F-8C9BA9C9E505}" type="presParOf" srcId="{B10DFF05-9E1B-4151-BF43-9F6032E03F64}" destId="{74B484CA-2C86-4D39-A75E-708AF91156CF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1BC31A-72AB-4DB5-886C-5EC9BD1D4926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760F9B-8C86-48BC-A5A1-58F756A87755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CFF68D-AA6D-4C44-84E5-2109A810F086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Predict survival in heart failure patients</a:t>
          </a:r>
        </a:p>
      </dsp:txBody>
      <dsp:txXfrm>
        <a:off x="25435" y="2456402"/>
        <a:ext cx="1800000" cy="720000"/>
      </dsp:txXfrm>
    </dsp:sp>
    <dsp:sp modelId="{65A38731-430A-4940-A3C8-2C00182E1C1C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39ED74-EF9E-4FEA-8A87-79ACBE41A6CB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292467-BAE4-44EC-AE1F-1A0E6D03C7C4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Methods: KM, Cox, ML models (</a:t>
          </a:r>
          <a:r>
            <a:rPr lang="en-US" sz="1200" b="0" i="0" u="none" kern="1200" dirty="0"/>
            <a:t>SVM, decision tree, random forest, </a:t>
          </a:r>
          <a:r>
            <a:rPr lang="en-US" sz="1200" b="0" i="0" u="none" kern="1200" dirty="0" err="1"/>
            <a:t>XGBoost</a:t>
          </a:r>
          <a:r>
            <a:rPr lang="en-US" sz="1200" b="0" i="0" u="none" kern="1200" dirty="0"/>
            <a:t>, and </a:t>
          </a:r>
          <a:r>
            <a:rPr lang="en-US" sz="1200" b="0" i="0" u="none" kern="1200" dirty="0" err="1"/>
            <a:t>LightGBM</a:t>
          </a:r>
          <a:r>
            <a:rPr lang="en-US" sz="1200" b="0" i="0" u="none" kern="1200" dirty="0"/>
            <a:t>)</a:t>
          </a:r>
          <a:endParaRPr lang="en-US" sz="1200" kern="1200" dirty="0"/>
        </a:p>
      </dsp:txBody>
      <dsp:txXfrm>
        <a:off x="2140435" y="2456402"/>
        <a:ext cx="1800000" cy="720000"/>
      </dsp:txXfrm>
    </dsp:sp>
    <dsp:sp modelId="{E8431E12-23DD-4202-879D-00CAB0F41554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C87AD7-603F-4ACC-AF66-96365E037001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F3EE69-5B36-4F42-ACCC-E1129FBDFEE5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Dataset: 299 patients, 13 features</a:t>
          </a:r>
        </a:p>
      </dsp:txBody>
      <dsp:txXfrm>
        <a:off x="4255435" y="2456402"/>
        <a:ext cx="1800000" cy="720000"/>
      </dsp:txXfrm>
    </dsp:sp>
    <dsp:sp modelId="{607D7B92-51A7-471F-BD7D-D75AFE83AE32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790BA4-2876-4CD5-BDAA-02F94A3A7C2E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2DDA1A-1D1C-4D8B-BDC8-1EB195E8CE8A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Goal: identify mortality predictors</a:t>
          </a:r>
        </a:p>
      </dsp:txBody>
      <dsp:txXfrm>
        <a:off x="6370435" y="245640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42A1F1-42EB-472A-80CF-E0E1CACEB0FD}">
      <dsp:nvSpPr>
        <dsp:cNvPr id="0" name=""/>
        <dsp:cNvSpPr/>
      </dsp:nvSpPr>
      <dsp:spPr>
        <a:xfrm>
          <a:off x="0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rgbClr val="C00000"/>
              </a:solidFill>
            </a:rPr>
            <a:t>Q: Which factors impact death risk?</a:t>
          </a:r>
          <a:endParaRPr lang="en-US" sz="2800" kern="1200" dirty="0">
            <a:solidFill>
              <a:srgbClr val="C00000"/>
            </a:solidFill>
          </a:endParaRPr>
        </a:p>
      </dsp:txBody>
      <dsp:txXfrm>
        <a:off x="0" y="591343"/>
        <a:ext cx="2571749" cy="1543050"/>
      </dsp:txXfrm>
    </dsp:sp>
    <dsp:sp modelId="{32BF0DA7-4712-4DE9-BC76-64DE954FB2BA}">
      <dsp:nvSpPr>
        <dsp:cNvPr id="0" name=""/>
        <dsp:cNvSpPr/>
      </dsp:nvSpPr>
      <dsp:spPr>
        <a:xfrm>
          <a:off x="2828925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Same key predictors identified </a:t>
          </a:r>
        </a:p>
      </dsp:txBody>
      <dsp:txXfrm>
        <a:off x="2828925" y="591343"/>
        <a:ext cx="2571749" cy="1543050"/>
      </dsp:txXfrm>
    </dsp:sp>
    <dsp:sp modelId="{28D97205-DE0D-4A8F-9F2C-A034F10B9034}">
      <dsp:nvSpPr>
        <dsp:cNvPr id="0" name=""/>
        <dsp:cNvSpPr/>
      </dsp:nvSpPr>
      <dsp:spPr>
        <a:xfrm>
          <a:off x="5657849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Age &amp; creatinine ↑ risk </a:t>
          </a:r>
        </a:p>
      </dsp:txBody>
      <dsp:txXfrm>
        <a:off x="5657849" y="591343"/>
        <a:ext cx="2571749" cy="1543050"/>
      </dsp:txXfrm>
    </dsp:sp>
    <dsp:sp modelId="{46123FC1-10AE-4E09-A835-C0C48FAED5A0}">
      <dsp:nvSpPr>
        <dsp:cNvPr id="0" name=""/>
        <dsp:cNvSpPr/>
      </dsp:nvSpPr>
      <dsp:spPr>
        <a:xfrm>
          <a:off x="1414462" y="2391569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Ejection fraction ↓ risk (protective) </a:t>
          </a:r>
        </a:p>
      </dsp:txBody>
      <dsp:txXfrm>
        <a:off x="1414462" y="2391569"/>
        <a:ext cx="2571749" cy="1543050"/>
      </dsp:txXfrm>
    </dsp:sp>
    <dsp:sp modelId="{FB510925-B63D-4916-9454-E64A33637DAD}">
      <dsp:nvSpPr>
        <dsp:cNvPr id="0" name=""/>
        <dsp:cNvSpPr/>
      </dsp:nvSpPr>
      <dsp:spPr>
        <a:xfrm>
          <a:off x="4243387" y="2391569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Non-significant: sex, smoking, diabetes</a:t>
          </a:r>
        </a:p>
      </dsp:txBody>
      <dsp:txXfrm>
        <a:off x="4243387" y="2391569"/>
        <a:ext cx="2571749" cy="15430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07157B-2F0D-4C18-9A7D-DD768C2B07C3}">
      <dsp:nvSpPr>
        <dsp:cNvPr id="0" name=""/>
        <dsp:cNvSpPr/>
      </dsp:nvSpPr>
      <dsp:spPr>
        <a:xfrm>
          <a:off x="0" y="4105454"/>
          <a:ext cx="5000124" cy="13475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Data leakage can mislead performance </a:t>
          </a:r>
          <a:endParaRPr lang="en-US" sz="1900" kern="1200"/>
        </a:p>
      </dsp:txBody>
      <dsp:txXfrm>
        <a:off x="0" y="4105454"/>
        <a:ext cx="5000124" cy="1347501"/>
      </dsp:txXfrm>
    </dsp:sp>
    <dsp:sp modelId="{BFBE7C01-DE01-4185-87E6-EF5971FD5B20}">
      <dsp:nvSpPr>
        <dsp:cNvPr id="0" name=""/>
        <dsp:cNvSpPr/>
      </dsp:nvSpPr>
      <dsp:spPr>
        <a:xfrm rot="10800000">
          <a:off x="0" y="2053209"/>
          <a:ext cx="5000124" cy="2072457"/>
        </a:xfrm>
        <a:prstGeom prst="upArrowCallou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Small changes can result in different outcomes</a:t>
          </a:r>
          <a:endParaRPr lang="en-US" sz="1900" kern="1200"/>
        </a:p>
      </dsp:txBody>
      <dsp:txXfrm rot="-10800000">
        <a:off x="0" y="2053209"/>
        <a:ext cx="5000124" cy="727432"/>
      </dsp:txXfrm>
    </dsp:sp>
    <dsp:sp modelId="{BD773DA5-D5D9-4D5A-8081-2CC292BA13A8}">
      <dsp:nvSpPr>
        <dsp:cNvPr id="0" name=""/>
        <dsp:cNvSpPr/>
      </dsp:nvSpPr>
      <dsp:spPr>
        <a:xfrm>
          <a:off x="0" y="2780641"/>
          <a:ext cx="5000124" cy="61966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Extra Important, especially in </a:t>
          </a:r>
          <a:r>
            <a:rPr lang="en-US" sz="2000" kern="1200"/>
            <a:t>high-stakes environments like healthcare</a:t>
          </a:r>
        </a:p>
      </dsp:txBody>
      <dsp:txXfrm>
        <a:off x="0" y="2780641"/>
        <a:ext cx="5000124" cy="619664"/>
      </dsp:txXfrm>
    </dsp:sp>
    <dsp:sp modelId="{53E13447-5E24-4B3F-9714-F78B986A43BF}">
      <dsp:nvSpPr>
        <dsp:cNvPr id="0" name=""/>
        <dsp:cNvSpPr/>
      </dsp:nvSpPr>
      <dsp:spPr>
        <a:xfrm rot="10800000">
          <a:off x="0" y="964"/>
          <a:ext cx="5000124" cy="2072457"/>
        </a:xfrm>
        <a:prstGeom prst="upArrowCallou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Reproducibility builds trust and contributes to the scientific knowledgebase </a:t>
          </a:r>
          <a:endParaRPr lang="en-US" sz="1900" kern="1200"/>
        </a:p>
      </dsp:txBody>
      <dsp:txXfrm rot="10800000">
        <a:off x="0" y="964"/>
        <a:ext cx="5000124" cy="13466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2339D-3F36-40D9-B194-35E5293EB194}">
      <dsp:nvSpPr>
        <dsp:cNvPr id="0" name=""/>
        <dsp:cNvSpPr/>
      </dsp:nvSpPr>
      <dsp:spPr>
        <a:xfrm>
          <a:off x="5198" y="1332856"/>
          <a:ext cx="1625173" cy="19502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531" tIns="0" rIns="160531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Report full hyperparameters + preprocessing </a:t>
          </a:r>
          <a:endParaRPr lang="en-US" sz="1400" kern="1200" dirty="0"/>
        </a:p>
      </dsp:txBody>
      <dsp:txXfrm>
        <a:off x="5198" y="2112939"/>
        <a:ext cx="1625173" cy="1170124"/>
      </dsp:txXfrm>
    </dsp:sp>
    <dsp:sp modelId="{C18F6119-5AB1-4279-AE9B-64200E0D7D83}">
      <dsp:nvSpPr>
        <dsp:cNvPr id="0" name=""/>
        <dsp:cNvSpPr/>
      </dsp:nvSpPr>
      <dsp:spPr>
        <a:xfrm>
          <a:off x="5198" y="1332856"/>
          <a:ext cx="1625173" cy="78008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531" tIns="165100" rIns="160531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01</a:t>
          </a:r>
        </a:p>
      </dsp:txBody>
      <dsp:txXfrm>
        <a:off x="5198" y="1332856"/>
        <a:ext cx="1625173" cy="780083"/>
      </dsp:txXfrm>
    </dsp:sp>
    <dsp:sp modelId="{57DBE4D5-0198-4707-9033-D18026CDA2E6}">
      <dsp:nvSpPr>
        <dsp:cNvPr id="0" name=""/>
        <dsp:cNvSpPr/>
      </dsp:nvSpPr>
      <dsp:spPr>
        <a:xfrm>
          <a:off x="1760386" y="1332856"/>
          <a:ext cx="1625173" cy="1950208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531" tIns="0" rIns="160531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Remove leakage variables explicitly </a:t>
          </a:r>
          <a:endParaRPr lang="en-US" sz="1400" kern="1200"/>
        </a:p>
      </dsp:txBody>
      <dsp:txXfrm>
        <a:off x="1760386" y="2112939"/>
        <a:ext cx="1625173" cy="1170124"/>
      </dsp:txXfrm>
    </dsp:sp>
    <dsp:sp modelId="{212B502C-94B2-4E94-99E4-196EC4D3577A}">
      <dsp:nvSpPr>
        <dsp:cNvPr id="0" name=""/>
        <dsp:cNvSpPr/>
      </dsp:nvSpPr>
      <dsp:spPr>
        <a:xfrm>
          <a:off x="1760386" y="1332856"/>
          <a:ext cx="1625173" cy="78008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531" tIns="165100" rIns="160531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02</a:t>
          </a:r>
        </a:p>
      </dsp:txBody>
      <dsp:txXfrm>
        <a:off x="1760386" y="1332856"/>
        <a:ext cx="1625173" cy="780083"/>
      </dsp:txXfrm>
    </dsp:sp>
    <dsp:sp modelId="{A2635830-CB5E-4F62-B421-EEBF71223AFA}">
      <dsp:nvSpPr>
        <dsp:cNvPr id="0" name=""/>
        <dsp:cNvSpPr/>
      </dsp:nvSpPr>
      <dsp:spPr>
        <a:xfrm>
          <a:off x="3515573" y="1332856"/>
          <a:ext cx="1625173" cy="1950208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531" tIns="0" rIns="160531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Use cross-validation (not single split) </a:t>
          </a:r>
          <a:endParaRPr lang="en-US" sz="1400" kern="1200"/>
        </a:p>
      </dsp:txBody>
      <dsp:txXfrm>
        <a:off x="3515573" y="2112939"/>
        <a:ext cx="1625173" cy="1170124"/>
      </dsp:txXfrm>
    </dsp:sp>
    <dsp:sp modelId="{2550F409-6B77-4FFE-B755-FB17A33999F3}">
      <dsp:nvSpPr>
        <dsp:cNvPr id="0" name=""/>
        <dsp:cNvSpPr/>
      </dsp:nvSpPr>
      <dsp:spPr>
        <a:xfrm>
          <a:off x="3515573" y="1332856"/>
          <a:ext cx="1625173" cy="78008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531" tIns="165100" rIns="160531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03</a:t>
          </a:r>
        </a:p>
      </dsp:txBody>
      <dsp:txXfrm>
        <a:off x="3515573" y="1332856"/>
        <a:ext cx="1625173" cy="780083"/>
      </dsp:txXfrm>
    </dsp:sp>
    <dsp:sp modelId="{1157625E-B689-4964-8315-58166575E0B0}">
      <dsp:nvSpPr>
        <dsp:cNvPr id="0" name=""/>
        <dsp:cNvSpPr/>
      </dsp:nvSpPr>
      <dsp:spPr>
        <a:xfrm>
          <a:off x="5270760" y="1332856"/>
          <a:ext cx="1625173" cy="1950208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531" tIns="0" rIns="160531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Include uncertainty (multiple runs) </a:t>
          </a:r>
          <a:endParaRPr lang="en-US" sz="1400" kern="1200"/>
        </a:p>
      </dsp:txBody>
      <dsp:txXfrm>
        <a:off x="5270760" y="2112939"/>
        <a:ext cx="1625173" cy="1170124"/>
      </dsp:txXfrm>
    </dsp:sp>
    <dsp:sp modelId="{AD57B041-B37C-4602-A974-B7310014E1FB}">
      <dsp:nvSpPr>
        <dsp:cNvPr id="0" name=""/>
        <dsp:cNvSpPr/>
      </dsp:nvSpPr>
      <dsp:spPr>
        <a:xfrm>
          <a:off x="5270760" y="1332856"/>
          <a:ext cx="1625173" cy="78008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531" tIns="165100" rIns="160531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04</a:t>
          </a:r>
        </a:p>
      </dsp:txBody>
      <dsp:txXfrm>
        <a:off x="5270760" y="1332856"/>
        <a:ext cx="1625173" cy="780083"/>
      </dsp:txXfrm>
    </dsp:sp>
    <dsp:sp modelId="{E600FEE6-3B23-448D-9774-D9AE4EEBBE9D}">
      <dsp:nvSpPr>
        <dsp:cNvPr id="0" name=""/>
        <dsp:cNvSpPr/>
      </dsp:nvSpPr>
      <dsp:spPr>
        <a:xfrm>
          <a:off x="7025947" y="1332856"/>
          <a:ext cx="1625173" cy="1950208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531" tIns="0" rIns="160531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Use larger datasets, if obtainable</a:t>
          </a:r>
          <a:endParaRPr lang="en-US" sz="1400" kern="1200"/>
        </a:p>
      </dsp:txBody>
      <dsp:txXfrm>
        <a:off x="7025947" y="2112939"/>
        <a:ext cx="1625173" cy="1170124"/>
      </dsp:txXfrm>
    </dsp:sp>
    <dsp:sp modelId="{28C6EB6A-6BA5-45F5-85CE-8496996F6899}">
      <dsp:nvSpPr>
        <dsp:cNvPr id="0" name=""/>
        <dsp:cNvSpPr/>
      </dsp:nvSpPr>
      <dsp:spPr>
        <a:xfrm>
          <a:off x="7025947" y="1332856"/>
          <a:ext cx="1625173" cy="78008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531" tIns="165100" rIns="160531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05</a:t>
          </a:r>
        </a:p>
      </dsp:txBody>
      <dsp:txXfrm>
        <a:off x="7025947" y="1332856"/>
        <a:ext cx="1625173" cy="7800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776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KM is about survival curves, not prediction. This suggests strong reproducibility for descriptive survival patterns. </a:t>
            </a:r>
          </a:p>
          <a:p>
            <a:endParaRPr lang="en-US" dirty="0"/>
          </a:p>
          <a:p>
            <a:r>
              <a:rPr lang="en-US" dirty="0"/>
              <a:t>The image represents the KM trends of the Binary Variables and the Paper’s results and Replication appear the same.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409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Cox gives us interpretable relationships. We got the same significant variables. This tells us the underlying relationships are robust. </a:t>
            </a:r>
          </a:p>
        </p:txBody>
      </p:sp>
    </p:spTree>
    <p:extLst>
      <p:ext uri="{BB962C8B-B14F-4D97-AF65-F5344CB8AC3E}">
        <p14:creationId xmlns:p14="http://schemas.microsoft.com/office/powerpoint/2010/main" val="2761496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One key takeaway is that statistical models like KM and Cox were more stable, while machine learning models were more sensitive to implementation choices</a:t>
            </a:r>
          </a:p>
        </p:txBody>
      </p:sp>
    </p:spTree>
    <p:extLst>
      <p:ext uri="{BB962C8B-B14F-4D97-AF65-F5344CB8AC3E}">
        <p14:creationId xmlns:p14="http://schemas.microsoft.com/office/powerpoint/2010/main" val="416128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Biggest issue: we accidentally kept ‘time’ in the prediction models. This is data leakage which inflates performance and may explain why our ROC-AUC was higher</a:t>
            </a:r>
          </a:p>
        </p:txBody>
      </p:sp>
    </p:spTree>
    <p:extLst>
      <p:ext uri="{BB962C8B-B14F-4D97-AF65-F5344CB8AC3E}">
        <p14:creationId xmlns:p14="http://schemas.microsoft.com/office/powerpoint/2010/main" val="2781685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1925" y="818985"/>
            <a:ext cx="5538346" cy="1401702"/>
          </a:xfrm>
        </p:spPr>
        <p:txBody>
          <a:bodyPr>
            <a:normAutofit/>
          </a:bodyPr>
          <a:lstStyle/>
          <a:p>
            <a:pPr algn="l"/>
            <a:r>
              <a:rPr lang="en-US" sz="4200" dirty="0">
                <a:solidFill>
                  <a:srgbClr val="FFFFFF"/>
                </a:solidFill>
              </a:rPr>
              <a:t>Reproducibility Study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14047" y="4960961"/>
            <a:ext cx="5291920" cy="1078054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Heart Failure Survival Analysis (KM, Cox, ML)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BB394B-8543-72A6-2DC2-B9F57B0FCBEC}"/>
              </a:ext>
            </a:extLst>
          </p:cNvPr>
          <p:cNvSpPr txBox="1"/>
          <p:nvPr/>
        </p:nvSpPr>
        <p:spPr>
          <a:xfrm>
            <a:off x="4322944" y="2299531"/>
            <a:ext cx="30741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buNone/>
            </a:pPr>
            <a:r>
              <a:rPr lang="en-US" sz="2400" b="0" i="0" u="sng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Group 3 </a:t>
            </a:r>
          </a:p>
          <a:p>
            <a:pPr algn="ctr" rtl="0">
              <a:buNone/>
            </a:pPr>
            <a:r>
              <a:rPr lang="en-US" sz="1800" b="0" i="0" u="none" strike="noStrik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Beladiya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, Jay Sanjaykumar</a:t>
            </a:r>
            <a:endParaRPr lang="en-US" b="0" dirty="0">
              <a:solidFill>
                <a:schemeClr val="bg1"/>
              </a:solidFill>
              <a:effectLst/>
            </a:endParaRPr>
          </a:p>
          <a:p>
            <a:pPr algn="ctr" rtl="0">
              <a:buNone/>
            </a:pPr>
            <a:r>
              <a:rPr lang="en-US" sz="1800" b="0" i="0" u="none" strike="noStrik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Indala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, Divya Sai Sukanya</a:t>
            </a:r>
            <a:endParaRPr lang="en-US" b="0" dirty="0">
              <a:solidFill>
                <a:schemeClr val="bg1"/>
              </a:solidFill>
              <a:effectLst/>
            </a:endParaRPr>
          </a:p>
          <a:p>
            <a:pPr algn="ctr" rtl="0">
              <a:buNone/>
            </a:pP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Panula, Jennifer</a:t>
            </a:r>
            <a:endParaRPr lang="en-US" b="0" dirty="0">
              <a:solidFill>
                <a:schemeClr val="bg1"/>
              </a:solidFill>
              <a:effectLst/>
            </a:endParaRPr>
          </a:p>
          <a:p>
            <a:pPr algn="ctr" rtl="0">
              <a:buNone/>
            </a:pPr>
            <a:r>
              <a:rPr lang="en-US" sz="1800" b="0" i="0" u="none" strike="noStrik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Valaboju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, Shiva Kumar Chary</a:t>
            </a:r>
            <a:endParaRPr lang="en-US" b="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Background (Original Study)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0F8C70-84C0-9BA4-4B43-5F5618A61C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470088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681C32C-7AFC-4BB3-9088-65CBDFC5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12F69A-E064-1DCC-19FB-B3411BEC2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956" y="4583953"/>
            <a:ext cx="3514393" cy="1465973"/>
          </a:xfrm>
        </p:spPr>
        <p:txBody>
          <a:bodyPr anchor="t">
            <a:normAutofit/>
          </a:bodyPr>
          <a:lstStyle/>
          <a:p>
            <a:r>
              <a:rPr lang="en-US" dirty="0"/>
              <a:t>Kaplan-Meier (KM)</a:t>
            </a:r>
          </a:p>
        </p:txBody>
      </p:sp>
      <p:pic>
        <p:nvPicPr>
          <p:cNvPr id="5" name="Picture 4" descr="The image presents Kaplan-Meler survival curves, showing the impact of various factors such as anaemia, diabetes, and blood pressure on survival probabilities, with different curves representing different categories.&#10;&#10;AI-generated content may be incorrect.">
            <a:extLst>
              <a:ext uri="{FF2B5EF4-FFF2-40B4-BE49-F238E27FC236}">
                <a16:creationId xmlns:a16="http://schemas.microsoft.com/office/drawing/2014/main" id="{B8554C01-922B-2FC6-C14D-D78C9087FE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98" b="8333"/>
          <a:stretch>
            <a:fillRect/>
          </a:stretch>
        </p:blipFill>
        <p:spPr>
          <a:xfrm>
            <a:off x="20" y="432"/>
            <a:ext cx="9143980" cy="42447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21F17-0CC7-C2C7-BC17-49B46BA45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4583953"/>
            <a:ext cx="4229100" cy="146597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C00000"/>
                </a:solidFill>
              </a:rPr>
              <a:t>Q: How does survival change over time?</a:t>
            </a:r>
            <a:endParaRPr lang="en-US" sz="17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700" dirty="0"/>
              <a:t>Same survival trends observed 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Survival ↓ over time (matched paper) 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Key factors: creatinine, EF, anemia, BP 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Only minor numerical differences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9C0ED0-69DE-4C31-A5CF-E2A46FD30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42B8BD-40AF-488E-8A79-D7256C917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01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53A33-C1E4-537A-62A2-4F4F9373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Cox Regression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3930BF-FB8F-45B0-ECE3-D8E06D2B00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178152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63206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681C32C-7AFC-4BB3-9088-65CBDFC5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A41263-E16C-66F6-1DA5-4F991BED1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956" y="4583953"/>
            <a:ext cx="3514393" cy="1465973"/>
          </a:xfrm>
        </p:spPr>
        <p:txBody>
          <a:bodyPr anchor="t">
            <a:normAutofit fontScale="90000"/>
          </a:bodyPr>
          <a:lstStyle/>
          <a:p>
            <a:r>
              <a:rPr lang="en-US" sz="4000" dirty="0"/>
              <a:t>Machine Learning Models</a:t>
            </a:r>
          </a:p>
        </p:txBody>
      </p:sp>
      <p:pic>
        <p:nvPicPr>
          <p:cNvPr id="5" name="Picture 4" descr="The image displays a table comparing the accuracy, precision, recall, and F1 scores of different machine learning models (Random Forest, XGBoost, LightGBM, SVM, and Decision Tree) against a paper, with the replication results showing slight differences.&#10;&#10;AI-generated content may be incorrect.">
            <a:extLst>
              <a:ext uri="{FF2B5EF4-FFF2-40B4-BE49-F238E27FC236}">
                <a16:creationId xmlns:a16="http://schemas.microsoft.com/office/drawing/2014/main" id="{FFDA2E16-F141-166B-6334-732AACF46A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50" b="11682"/>
          <a:stretch>
            <a:fillRect/>
          </a:stretch>
        </p:blipFill>
        <p:spPr>
          <a:xfrm>
            <a:off x="20" y="151667"/>
            <a:ext cx="9143980" cy="42447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9F7F4-FFAC-7E5D-9C77-F573B2B09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5909" y="4380411"/>
            <a:ext cx="4525191" cy="166951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C00000"/>
                </a:solidFill>
              </a:rPr>
              <a:t>Q: Can we accurately predict death?</a:t>
            </a:r>
            <a:endParaRPr lang="en-US" sz="16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dirty="0"/>
              <a:t>Best models: Random Forest, </a:t>
            </a:r>
            <a:r>
              <a:rPr lang="en-US" sz="1600" dirty="0" err="1"/>
              <a:t>XGBoost</a:t>
            </a:r>
            <a:r>
              <a:rPr lang="en-US" sz="1600" dirty="0"/>
              <a:t> (same ranking)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Feature importance consistent (time, EF, creatinine, age)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Accuracy similar (~ within 0.08)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F1/Recall lower, ROC-AUC higher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9C0ED0-69DE-4C31-A5CF-E2A46FD30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42B8BD-40AF-488E-8A79-D7256C917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56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492"/>
            <a:ext cx="9143999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35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8" y="-3783777"/>
            <a:ext cx="1576446" cy="9144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9075" y="986"/>
            <a:ext cx="3227567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37D40-B4CC-892D-CE48-38A08D047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5" y="353160"/>
            <a:ext cx="5318475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dirty="0">
                <a:solidFill>
                  <a:srgbClr val="FFFFFF"/>
                </a:solidFill>
              </a:rPr>
              <a:t>What Influenced Replication Outcomes?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1C4DC7-8277-AA7F-B11A-3DA507EFB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11" y="2425865"/>
            <a:ext cx="3848316" cy="35087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B2CB5B-106A-84CB-9925-60DFB32C2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873" y="2317084"/>
            <a:ext cx="3848316" cy="379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21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BA76C4-8A2E-2FDC-441A-5A5979327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Ethical Takaways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8FE3CDC-466C-A5E3-6ECE-CEAA66BBF7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517710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3561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D2FD0E-D932-AD16-F60A-BC527FF63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Recommendations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0129130-1209-58C3-0989-6C43613EFF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3357031"/>
              </p:ext>
            </p:extLst>
          </p:nvPr>
        </p:nvGraphicFramePr>
        <p:xfrm>
          <a:off x="252550" y="1689463"/>
          <a:ext cx="8656320" cy="46159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3228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378</Words>
  <Application>Microsoft Office PowerPoint</Application>
  <PresentationFormat>On-screen Show (4:3)</PresentationFormat>
  <Paragraphs>50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Reproducibility Study</vt:lpstr>
      <vt:lpstr>Background (Original Study)</vt:lpstr>
      <vt:lpstr>Kaplan-Meier (KM)</vt:lpstr>
      <vt:lpstr>Cox Regression</vt:lpstr>
      <vt:lpstr>Machine Learning Models</vt:lpstr>
      <vt:lpstr>What Influenced Replication Outcomes?</vt:lpstr>
      <vt:lpstr>Ethical Takaways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Jennifer Panula</dc:creator>
  <cp:keywords/>
  <dc:description>generated using python-pptx</dc:description>
  <cp:lastModifiedBy>Jennifer Panula</cp:lastModifiedBy>
  <cp:revision>3</cp:revision>
  <dcterms:created xsi:type="dcterms:W3CDTF">2013-01-27T09:14:16Z</dcterms:created>
  <dcterms:modified xsi:type="dcterms:W3CDTF">2026-04-01T17:21:18Z</dcterms:modified>
  <cp:category/>
</cp:coreProperties>
</file>